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2" r:id="rId3"/>
    <p:sldId id="267" r:id="rId4"/>
    <p:sldId id="263" r:id="rId5"/>
    <p:sldId id="264" r:id="rId6"/>
    <p:sldId id="260" r:id="rId7"/>
    <p:sldId id="265" r:id="rId8"/>
    <p:sldId id="261" r:id="rId9"/>
    <p:sldId id="259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2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33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593"/>
    <a:srgbClr val="D09E00"/>
    <a:srgbClr val="F8785A"/>
    <a:srgbClr val="FF53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1868" y="100"/>
      </p:cViewPr>
      <p:guideLst>
        <p:guide orient="horz" pos="2232"/>
        <p:guide pos="2880"/>
        <p:guide orient="horz" pos="33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 Hoarty" userId="d2d44a6739d0542d" providerId="LiveId" clId="{DB028C6A-6363-40D7-B3EB-40032F81AF49}"/>
    <pc:docChg chg="undo custSel modSld">
      <pc:chgData name="Leo Hoarty" userId="d2d44a6739d0542d" providerId="LiveId" clId="{DB028C6A-6363-40D7-B3EB-40032F81AF49}" dt="2023-11-06T07:13:01.741" v="1719" actId="1076"/>
      <pc:docMkLst>
        <pc:docMk/>
      </pc:docMkLst>
      <pc:sldChg chg="addSp delSp modSp mod">
        <pc:chgData name="Leo Hoarty" userId="d2d44a6739d0542d" providerId="LiveId" clId="{DB028C6A-6363-40D7-B3EB-40032F81AF49}" dt="2023-11-06T07:13:01.741" v="1719" actId="1076"/>
        <pc:sldMkLst>
          <pc:docMk/>
          <pc:sldMk cId="973853617" sldId="259"/>
        </pc:sldMkLst>
        <pc:spChg chg="mod">
          <ac:chgData name="Leo Hoarty" userId="d2d44a6739d0542d" providerId="LiveId" clId="{DB028C6A-6363-40D7-B3EB-40032F81AF49}" dt="2023-11-06T05:15:51.318" v="1550" actId="1076"/>
          <ac:spMkLst>
            <pc:docMk/>
            <pc:sldMk cId="973853617" sldId="259"/>
            <ac:spMk id="2" creationId="{9257C450-FC61-70A1-1740-1891FC4D12DA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3" creationId="{6E66B6C1-5FDB-E070-741C-34173E4853BA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4" creationId="{E9597E55-8074-9747-CC20-D3338DE539CE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5" creationId="{E80FF061-F54F-B368-0199-9D6EC87F83E7}"/>
          </ac:spMkLst>
        </pc:spChg>
        <pc:spChg chg="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6" creationId="{AD56DCCF-35DF-28F8-6A1A-A0F911F66925}"/>
          </ac:spMkLst>
        </pc:spChg>
        <pc:spChg chg="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7" creationId="{AD930ACE-0327-9B8F-8305-0BB075721C98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8" creationId="{8AC9530D-9ADB-F827-CA90-F44D36DD2C5F}"/>
          </ac:spMkLst>
        </pc:spChg>
        <pc:spChg chg="add del mod">
          <ac:chgData name="Leo Hoarty" userId="d2d44a6739d0542d" providerId="LiveId" clId="{DB028C6A-6363-40D7-B3EB-40032F81AF49}" dt="2023-11-06T03:11:08.155" v="1008" actId="478"/>
          <ac:spMkLst>
            <pc:docMk/>
            <pc:sldMk cId="973853617" sldId="259"/>
            <ac:spMk id="8" creationId="{9C5363AA-CCE7-40CE-6DF3-386784323803}"/>
          </ac:spMkLst>
        </pc:spChg>
        <pc:spChg chg="add del mod">
          <ac:chgData name="Leo Hoarty" userId="d2d44a6739d0542d" providerId="LiveId" clId="{DB028C6A-6363-40D7-B3EB-40032F81AF49}" dt="2023-11-06T03:11:08.155" v="1008" actId="478"/>
          <ac:spMkLst>
            <pc:docMk/>
            <pc:sldMk cId="973853617" sldId="259"/>
            <ac:spMk id="9" creationId="{6D350E19-D1D7-8C03-4D28-20BD335C290E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9" creationId="{ED7B5943-C3BC-EEB8-5379-A4B062DB5560}"/>
          </ac:spMkLst>
        </pc:spChg>
        <pc:spChg chg="add del mod">
          <ac:chgData name="Leo Hoarty" userId="d2d44a6739d0542d" providerId="LiveId" clId="{DB028C6A-6363-40D7-B3EB-40032F81AF49}" dt="2023-11-06T03:11:08.155" v="1008" actId="478"/>
          <ac:spMkLst>
            <pc:docMk/>
            <pc:sldMk cId="973853617" sldId="259"/>
            <ac:spMk id="10" creationId="{E2D7CDA9-38FE-C8D8-DB5B-DCA15503330B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10" creationId="{FE06C453-6FC4-3F35-B5F9-BBB20B8B11BC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11" creationId="{C41B245C-60A2-EEF6-2C97-B1E323CA5BB0}"/>
          </ac:spMkLst>
        </pc:spChg>
        <pc:spChg chg="add del mod">
          <ac:chgData name="Leo Hoarty" userId="d2d44a6739d0542d" providerId="LiveId" clId="{DB028C6A-6363-40D7-B3EB-40032F81AF49}" dt="2023-11-06T03:01:21.957" v="879" actId="478"/>
          <ac:spMkLst>
            <pc:docMk/>
            <pc:sldMk cId="973853617" sldId="259"/>
            <ac:spMk id="12" creationId="{6B51A2B0-09B1-97EE-C3B4-6A3F5CFDC512}"/>
          </ac:spMkLst>
        </pc:spChg>
        <pc:spChg chg="add del mod">
          <ac:chgData name="Leo Hoarty" userId="d2d44a6739d0542d" providerId="LiveId" clId="{DB028C6A-6363-40D7-B3EB-40032F81AF49}" dt="2023-11-06T03:01:24.205" v="880" actId="478"/>
          <ac:spMkLst>
            <pc:docMk/>
            <pc:sldMk cId="973853617" sldId="259"/>
            <ac:spMk id="13" creationId="{D6A87E22-0830-52F3-9671-31755088F9B4}"/>
          </ac:spMkLst>
        </pc:spChg>
        <pc:spChg chg="add mod">
          <ac:chgData name="Leo Hoarty" userId="d2d44a6739d0542d" providerId="LiveId" clId="{DB028C6A-6363-40D7-B3EB-40032F81AF49}" dt="2023-11-06T02:44:15.918" v="738"/>
          <ac:spMkLst>
            <pc:docMk/>
            <pc:sldMk cId="973853617" sldId="259"/>
            <ac:spMk id="14" creationId="{57C01A9D-16C3-985F-609D-AD2CE0B5C512}"/>
          </ac:spMkLst>
        </pc:spChg>
        <pc:spChg chg="add mod">
          <ac:chgData name="Leo Hoarty" userId="d2d44a6739d0542d" providerId="LiveId" clId="{DB028C6A-6363-40D7-B3EB-40032F81AF49}" dt="2023-11-06T02:44:15.918" v="738"/>
          <ac:spMkLst>
            <pc:docMk/>
            <pc:sldMk cId="973853617" sldId="259"/>
            <ac:spMk id="15" creationId="{F66BA033-409F-84AA-6B25-553E181636A8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16" creationId="{CA0755EE-0F0F-1C69-99E4-0E8ECD03D4F5}"/>
          </ac:spMkLst>
        </pc:spChg>
        <pc:spChg chg="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17" creationId="{1C678427-8545-52A7-E7A7-C088E6217D1F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18" creationId="{01385D5F-7E55-5B0A-296D-DEBE836D3EF1}"/>
          </ac:spMkLst>
        </pc:spChg>
        <pc:spChg chg="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19" creationId="{8BE818B9-EB63-91F4-768C-2848E7FC43DF}"/>
          </ac:spMkLst>
        </pc:spChg>
        <pc:spChg chg="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20" creationId="{EDEF5DE1-83B9-3200-363E-E22FD49A737D}"/>
          </ac:spMkLst>
        </pc:spChg>
        <pc:spChg chg="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21" creationId="{F42A8A04-8F21-36D1-F094-3DEE244F7235}"/>
          </ac:spMkLst>
        </pc:spChg>
        <pc:spChg chg="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22" creationId="{553C131C-8192-920C-AF7A-61A5B6A9829D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23" creationId="{F1928045-C316-E607-3CB4-54A72CAAA7E4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25" creationId="{CD565C98-03ED-16AD-EEA0-136891C0EF33}"/>
          </ac:spMkLst>
        </pc:spChg>
        <pc:spChg chg="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31" creationId="{C5EEA17B-7D22-D68E-8275-38659C5A0EF7}"/>
          </ac:spMkLst>
        </pc:spChg>
        <pc:spChg chg="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32" creationId="{B7DDE47F-AB44-C5E2-6DAE-6FB3BF3CE545}"/>
          </ac:spMkLst>
        </pc:spChg>
        <pc:spChg chg="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33" creationId="{0CA553C8-ED6B-9CFE-86C2-F86188DBDB7B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34" creationId="{A5015D42-9980-8C0E-DAED-DC4177AFFA75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35" creationId="{E50B1E47-03AD-EEA7-FBCD-EB2CD4871C60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36" creationId="{EB2C0E6A-12D8-C4BB-0C85-8CDEBB1A43E8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37" creationId="{22395F98-8DD6-B6AA-C2F4-51BDBC008D09}"/>
          </ac:spMkLst>
        </pc:spChg>
        <pc:spChg chg="add del mod">
          <ac:chgData name="Leo Hoarty" userId="d2d44a6739d0542d" providerId="LiveId" clId="{DB028C6A-6363-40D7-B3EB-40032F81AF49}" dt="2023-11-06T02:57:00.913" v="808" actId="478"/>
          <ac:spMkLst>
            <pc:docMk/>
            <pc:sldMk cId="973853617" sldId="259"/>
            <ac:spMk id="38" creationId="{58C1C2EC-D4A9-AC7C-21CC-087DF4174B5E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39" creationId="{68EA6404-F7C2-E00A-AE25-FEFA074EA0CE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40" creationId="{98B3AD35-1369-477C-13D9-6C16DDB22FA8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41" creationId="{D4E93783-C351-2271-E291-040E0F03187D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50" creationId="{32F5A54F-1757-FFE7-3B52-BFF135632145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51" creationId="{CB2EAD8F-2B02-2ED1-A14A-C43408B64556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52" creationId="{5837E66D-3F84-DC9A-0728-EC0DABA16742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53" creationId="{8E789C6D-0ED6-A499-14FA-EAC225E66881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54" creationId="{53CBCCBE-A3C3-B306-9CBB-8F62C00CCB55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55" creationId="{80BA1BC7-7FDD-56CD-780E-48A0C7E0BC93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56" creationId="{7CC4002F-CA2F-91DA-5C57-10D8D8A23C8D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60" creationId="{36CEB499-3BA0-7099-E9E7-4FF84A48FF9B}"/>
          </ac:spMkLst>
        </pc:spChg>
        <pc:spChg chg="add del mod">
          <ac:chgData name="Leo Hoarty" userId="d2d44a6739d0542d" providerId="LiveId" clId="{DB028C6A-6363-40D7-B3EB-40032F81AF49}" dt="2023-11-06T03:14:35.863" v="1039" actId="478"/>
          <ac:spMkLst>
            <pc:docMk/>
            <pc:sldMk cId="973853617" sldId="259"/>
            <ac:spMk id="61" creationId="{1921DA4A-EDC1-CC3E-2B9B-EA7EABF39EC6}"/>
          </ac:spMkLst>
        </pc:spChg>
        <pc:spChg chg="add mod or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63" creationId="{C0DDEADF-6D69-6719-AA54-9E334A807DAB}"/>
          </ac:spMkLst>
        </pc:spChg>
        <pc:spChg chg="add mod or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64" creationId="{EFBF6C8F-9957-C137-2CF2-D8945BCF5006}"/>
          </ac:spMkLst>
        </pc:spChg>
        <pc:spChg chg="add mod or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65" creationId="{89D637CE-210C-7837-AF69-B1526C306E13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66" creationId="{AE65F2FE-14D6-EC7C-A4D2-7274877EB8C5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67" creationId="{D224E861-3158-B0CC-7789-4722C650D927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69" creationId="{C1CE8BE1-3449-6A6A-766A-FC05894CAD70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72" creationId="{95A28B79-39FC-86BF-AE8A-D2C559FEE542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73" creationId="{698662CC-FAAC-CACC-649A-31DE8F4035C1}"/>
          </ac:spMkLst>
        </pc:spChg>
        <pc:spChg chg="add del mod">
          <ac:chgData name="Leo Hoarty" userId="d2d44a6739d0542d" providerId="LiveId" clId="{DB028C6A-6363-40D7-B3EB-40032F81AF49}" dt="2023-11-06T05:05:07.281" v="1323" actId="478"/>
          <ac:spMkLst>
            <pc:docMk/>
            <pc:sldMk cId="973853617" sldId="259"/>
            <ac:spMk id="74" creationId="{44DA989A-373B-CA0E-1F7E-3994D34B591C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82" creationId="{B5442490-3469-0DB8-7D77-31C0796C1B52}"/>
          </ac:spMkLst>
        </pc:spChg>
        <pc:spChg chg="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85" creationId="{E0F35FD6-AD9F-EC8E-0671-1F3695F2D363}"/>
          </ac:spMkLst>
        </pc:spChg>
        <pc:spChg chg="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86" creationId="{7EC6FBCC-9FD0-253D-C4CE-4ADB2BA94888}"/>
          </ac:spMkLst>
        </pc:spChg>
        <pc:spChg chg="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87" creationId="{096B9B02-1988-1E02-76B8-C0C422ACD451}"/>
          </ac:spMkLst>
        </pc:spChg>
        <pc:spChg chg="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88" creationId="{091BD9A1-F984-6496-2856-EF8423B0BE9D}"/>
          </ac:spMkLst>
        </pc:spChg>
        <pc:spChg chg="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89" creationId="{BE25DC28-CAB6-6CB0-E718-D17D9B4C813F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90" creationId="{842A59CB-222B-FF32-B8C9-175BDB001C6D}"/>
          </ac:spMkLst>
        </pc:spChg>
        <pc:spChg chg="mod or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92" creationId="{C5192A2A-2497-305C-4319-91471DCEABD3}"/>
          </ac:spMkLst>
        </pc:spChg>
        <pc:spChg chg="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94" creationId="{089C3575-EF4C-4347-0FD2-6B69730A69C8}"/>
          </ac:spMkLst>
        </pc:spChg>
        <pc:spChg chg="add mod">
          <ac:chgData name="Leo Hoarty" userId="d2d44a6739d0542d" providerId="LiveId" clId="{DB028C6A-6363-40D7-B3EB-40032F81AF49}" dt="2023-11-06T05:15:42.984" v="1549" actId="1076"/>
          <ac:spMkLst>
            <pc:docMk/>
            <pc:sldMk cId="973853617" sldId="259"/>
            <ac:spMk id="104" creationId="{88F2AB9E-60DB-68AC-8758-DEA28F336F9C}"/>
          </ac:spMkLst>
        </pc:spChg>
        <pc:spChg chg="add mod or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108" creationId="{96C8AB0A-92C4-7482-026C-DBA27BCB8DCF}"/>
          </ac:spMkLst>
        </pc:spChg>
        <pc:spChg chg="add mod or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109" creationId="{F2DB01E2-02B4-B34E-7665-67B6FEE87073}"/>
          </ac:spMkLst>
        </pc:spChg>
        <pc:spChg chg="add mod or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110" creationId="{4B7FF276-251A-26E5-FC1B-CEAEFD3E447B}"/>
          </ac:spMkLst>
        </pc:spChg>
        <pc:spChg chg="add mod or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111" creationId="{38DF48EA-3AA3-A10F-0E75-5BAD31B00C21}"/>
          </ac:spMkLst>
        </pc:spChg>
        <pc:spChg chg="add mod or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112" creationId="{B007C4BF-13B2-C380-7913-F0D143443B4F}"/>
          </ac:spMkLst>
        </pc:spChg>
        <pc:spChg chg="add mod or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113" creationId="{B3DA40FF-C5FF-9232-3BE1-4F9343FE7A65}"/>
          </ac:spMkLst>
        </pc:spChg>
        <pc:spChg chg="add mod or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114" creationId="{35E8921F-D80B-00D7-D8DD-6A8105B6AAAD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124" creationId="{9C309E07-BD5D-40F5-2522-9E8ACDA182CE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125" creationId="{4F57908C-7BB2-8F14-BFE1-E75059074535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126" creationId="{B5E8230D-7B5A-4C43-644F-C564588F816C}"/>
          </ac:spMkLst>
        </pc:spChg>
        <pc:spChg chg="add mod or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127" creationId="{53B29D9B-021F-B83B-B190-08C56EC66AEE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137" creationId="{87F18A06-DFC6-EC4D-7545-25F76988504E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138" creationId="{B350C786-2AD2-9610-CB2E-A7DE8298A770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139" creationId="{0506F576-3B56-C43E-873E-B6EF62B822F8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140" creationId="{ACE626B3-DA36-3FA4-E9E7-F5B82E4D0694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141" creationId="{FCA4B8F4-E2BD-AEC8-0AB8-9CB6875FB3C4}"/>
          </ac:spMkLst>
        </pc:spChg>
        <pc:spChg chg="add del mod">
          <ac:chgData name="Leo Hoarty" userId="d2d44a6739d0542d" providerId="LiveId" clId="{DB028C6A-6363-40D7-B3EB-40032F81AF49}" dt="2023-11-06T01:24:45.864" v="285" actId="478"/>
          <ac:spMkLst>
            <pc:docMk/>
            <pc:sldMk cId="973853617" sldId="259"/>
            <ac:spMk id="142" creationId="{8938E70C-C246-4918-E239-EA2EEAC68BD0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143" creationId="{431B9FBD-DBC8-7827-EAEA-6A305F28E993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146" creationId="{2FD5BF67-63DE-FD85-B595-F9F459C3B0FC}"/>
          </ac:spMkLst>
        </pc:spChg>
        <pc:spChg chg="add del mod">
          <ac:chgData name="Leo Hoarty" userId="d2d44a6739d0542d" providerId="LiveId" clId="{DB028C6A-6363-40D7-B3EB-40032F81AF49}" dt="2023-11-06T07:12:41.651" v="1715" actId="478"/>
          <ac:spMkLst>
            <pc:docMk/>
            <pc:sldMk cId="973853617" sldId="259"/>
            <ac:spMk id="147" creationId="{0AD122AB-51A9-CD54-1991-1744E1A2E9C2}"/>
          </ac:spMkLst>
        </pc:spChg>
        <pc:spChg chg="add del mod">
          <ac:chgData name="Leo Hoarty" userId="d2d44a6739d0542d" providerId="LiveId" clId="{DB028C6A-6363-40D7-B3EB-40032F81AF49}" dt="2023-11-06T07:12:41.651" v="1715" actId="478"/>
          <ac:spMkLst>
            <pc:docMk/>
            <pc:sldMk cId="973853617" sldId="259"/>
            <ac:spMk id="148" creationId="{2BDE2E06-CB0A-BCB9-441D-F99DF17347B6}"/>
          </ac:spMkLst>
        </pc:spChg>
        <pc:spChg chg="add del mod">
          <ac:chgData name="Leo Hoarty" userId="d2d44a6739d0542d" providerId="LiveId" clId="{DB028C6A-6363-40D7-B3EB-40032F81AF49}" dt="2023-11-06T07:12:41.651" v="1715" actId="478"/>
          <ac:spMkLst>
            <pc:docMk/>
            <pc:sldMk cId="973853617" sldId="259"/>
            <ac:spMk id="149" creationId="{4A688A5A-E32D-0D71-43FD-1F2188E2C252}"/>
          </ac:spMkLst>
        </pc:spChg>
        <pc:spChg chg="add del mod">
          <ac:chgData name="Leo Hoarty" userId="d2d44a6739d0542d" providerId="LiveId" clId="{DB028C6A-6363-40D7-B3EB-40032F81AF49}" dt="2023-11-06T07:12:41.651" v="1715" actId="478"/>
          <ac:spMkLst>
            <pc:docMk/>
            <pc:sldMk cId="973853617" sldId="259"/>
            <ac:spMk id="150" creationId="{E553B455-E1DE-8389-A6B4-2D8535481746}"/>
          </ac:spMkLst>
        </pc:spChg>
        <pc:spChg chg="add del mod">
          <ac:chgData name="Leo Hoarty" userId="d2d44a6739d0542d" providerId="LiveId" clId="{DB028C6A-6363-40D7-B3EB-40032F81AF49}" dt="2023-11-06T07:12:41.651" v="1715" actId="478"/>
          <ac:spMkLst>
            <pc:docMk/>
            <pc:sldMk cId="973853617" sldId="259"/>
            <ac:spMk id="151" creationId="{57CDB25C-E92F-9BCC-7A90-2334552ADC9A}"/>
          </ac:spMkLst>
        </pc:spChg>
        <pc:spChg chg="add del mod">
          <ac:chgData name="Leo Hoarty" userId="d2d44a6739d0542d" providerId="LiveId" clId="{DB028C6A-6363-40D7-B3EB-40032F81AF49}" dt="2023-11-06T07:12:41.651" v="1715" actId="478"/>
          <ac:spMkLst>
            <pc:docMk/>
            <pc:sldMk cId="973853617" sldId="259"/>
            <ac:spMk id="152" creationId="{C8B01373-BBFA-BB09-668A-053BA149E15A}"/>
          </ac:spMkLst>
        </pc:spChg>
        <pc:spChg chg="add del mod">
          <ac:chgData name="Leo Hoarty" userId="d2d44a6739d0542d" providerId="LiveId" clId="{DB028C6A-6363-40D7-B3EB-40032F81AF49}" dt="2023-11-06T01:32:41.838" v="349" actId="478"/>
          <ac:spMkLst>
            <pc:docMk/>
            <pc:sldMk cId="973853617" sldId="259"/>
            <ac:spMk id="153" creationId="{0DFDB3BA-19D7-400D-6272-696F4309056D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154" creationId="{AE578505-10CE-EBB3-2391-7DB9F12774C6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155" creationId="{67EB8654-45CE-0ACD-6EEF-029BF75B8DF8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156" creationId="{2D0BC40F-2091-FCAA-F36C-B05CCD528968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157" creationId="{C27B6344-54F8-35DE-24F4-E9BC89FA2C9E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158" creationId="{CED88C57-3F5F-028E-F317-6D9C4D633565}"/>
          </ac:spMkLst>
        </pc:spChg>
        <pc:spChg chg="add del mod">
          <ac:chgData name="Leo Hoarty" userId="d2d44a6739d0542d" providerId="LiveId" clId="{DB028C6A-6363-40D7-B3EB-40032F81AF49}" dt="2023-11-06T01:58:46.512" v="564" actId="478"/>
          <ac:spMkLst>
            <pc:docMk/>
            <pc:sldMk cId="973853617" sldId="259"/>
            <ac:spMk id="159" creationId="{7ADE0CE3-348D-4FE9-9096-3C2D210F1B1E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160" creationId="{4EA4033C-0BFE-0BCA-68EF-54C827A9378E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161" creationId="{4C03F004-ABAA-0909-B1F0-77F5E251660B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162" creationId="{70E97F65-E5CD-9488-C442-3BE26A378BAA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163" creationId="{2600A631-A542-964A-1C11-A942CC603925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164" creationId="{2F829AE4-126F-B7E7-A152-DE8028E1CC19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165" creationId="{4C5BAD9A-5ECA-E72E-A2F1-4401ECC88534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166" creationId="{2047C33B-A5E8-4767-0DAC-635A04D55B5B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167" creationId="{A7CCA9CB-A4AE-A001-6ADD-186CCD6B6B20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168" creationId="{4A1C2521-449B-D691-3A25-B9E925FA3234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169" creationId="{5DF04730-36EC-33BB-179B-0A428CD35B7C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170" creationId="{B0E6DCC2-EAAB-6E11-79BF-F8E88C9A24BE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172" creationId="{4B306B43-E21A-29E0-6600-1BC90F441C32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173" creationId="{0843E021-4F71-2D4F-FDA2-511CACF36472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174" creationId="{BD6C6427-4C79-A962-FD93-6371E212928F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182" creationId="{C754791F-27EC-DBCB-B8CE-050F91E6F174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183" creationId="{540D606A-8060-70DB-78F0-136096A145AD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184" creationId="{45913A2E-0B4C-9255-7822-F5BD913F43F7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185" creationId="{329BDAD0-BC50-5A20-C5D7-ACA80701E93F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186" creationId="{DA61A7B4-380D-B1CD-0998-43B5D460226D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187" creationId="{8FBBAC90-5575-D731-1602-3BCD7C092CC4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188" creationId="{DDBC45ED-6EAB-ACEC-6309-2DFE7CC51219}"/>
          </ac:spMkLst>
        </pc:spChg>
        <pc:spChg chg="add mod">
          <ac:chgData name="Leo Hoarty" userId="d2d44a6739d0542d" providerId="LiveId" clId="{DB028C6A-6363-40D7-B3EB-40032F81AF49}" dt="2023-11-06T07:13:01.741" v="1719" actId="1076"/>
          <ac:spMkLst>
            <pc:docMk/>
            <pc:sldMk cId="973853617" sldId="259"/>
            <ac:spMk id="189" creationId="{F4FE2E30-0A0C-2232-BA40-4E69DE43630D}"/>
          </ac:spMkLst>
        </pc:spChg>
        <pc:spChg chg="add del mod">
          <ac:chgData name="Leo Hoarty" userId="d2d44a6739d0542d" providerId="LiveId" clId="{DB028C6A-6363-40D7-B3EB-40032F81AF49}" dt="2023-11-06T07:12:54.939" v="1718" actId="478"/>
          <ac:spMkLst>
            <pc:docMk/>
            <pc:sldMk cId="973853617" sldId="259"/>
            <ac:spMk id="190" creationId="{F739610E-5572-41BD-D2BF-B8F2749A9A76}"/>
          </ac:spMkLst>
        </pc:spChg>
        <pc:grpChg chg="add del mod">
          <ac:chgData name="Leo Hoarty" userId="d2d44a6739d0542d" providerId="LiveId" clId="{DB028C6A-6363-40D7-B3EB-40032F81AF49}" dt="2023-11-06T03:14:11.486" v="1034" actId="165"/>
          <ac:grpSpMkLst>
            <pc:docMk/>
            <pc:sldMk cId="973853617" sldId="259"/>
            <ac:grpSpMk id="59" creationId="{2C0AEEB3-BC04-DD6F-9A4F-DD0EF23C42F2}"/>
          </ac:grpSpMkLst>
        </pc:grpChg>
        <pc:grpChg chg="add del mod">
          <ac:chgData name="Leo Hoarty" userId="d2d44a6739d0542d" providerId="LiveId" clId="{DB028C6A-6363-40D7-B3EB-40032F81AF49}" dt="2023-11-06T07:12:41.651" v="1715" actId="478"/>
          <ac:grpSpMkLst>
            <pc:docMk/>
            <pc:sldMk cId="973853617" sldId="259"/>
            <ac:grpSpMk id="81" creationId="{FD0EE672-AF77-2184-48D8-4BDC2A559849}"/>
          </ac:grpSpMkLst>
        </pc:grpChg>
        <pc:cxnChg chg="add mod">
          <ac:chgData name="Leo Hoarty" userId="d2d44a6739d0542d" providerId="LiveId" clId="{DB028C6A-6363-40D7-B3EB-40032F81AF49}" dt="2023-11-06T07:13:01.741" v="1719" actId="1076"/>
          <ac:cxnSpMkLst>
            <pc:docMk/>
            <pc:sldMk cId="973853617" sldId="259"/>
            <ac:cxnSpMk id="15" creationId="{F04C2B45-375F-E4CD-28EE-2C5B21E0652A}"/>
          </ac:cxnSpMkLst>
        </pc:cxnChg>
        <pc:cxnChg chg="del mod">
          <ac:chgData name="Leo Hoarty" userId="d2d44a6739d0542d" providerId="LiveId" clId="{DB028C6A-6363-40D7-B3EB-40032F81AF49}" dt="2023-11-06T05:29:35.068" v="1655" actId="478"/>
          <ac:cxnSpMkLst>
            <pc:docMk/>
            <pc:sldMk cId="973853617" sldId="259"/>
            <ac:cxnSpMk id="24" creationId="{05730D9C-6EC3-D5FA-2F1E-9ED27419F48F}"/>
          </ac:cxnSpMkLst>
        </pc:cxnChg>
        <pc:cxnChg chg="mod">
          <ac:chgData name="Leo Hoarty" userId="d2d44a6739d0542d" providerId="LiveId" clId="{DB028C6A-6363-40D7-B3EB-40032F81AF49}" dt="2023-11-06T07:13:01.741" v="1719" actId="1076"/>
          <ac:cxnSpMkLst>
            <pc:docMk/>
            <pc:sldMk cId="973853617" sldId="259"/>
            <ac:cxnSpMk id="26" creationId="{B244FD8A-2DED-F8E6-8272-CD4F4FC5C33D}"/>
          </ac:cxnSpMkLst>
        </pc:cxnChg>
        <pc:cxnChg chg="mod">
          <ac:chgData name="Leo Hoarty" userId="d2d44a6739d0542d" providerId="LiveId" clId="{DB028C6A-6363-40D7-B3EB-40032F81AF49}" dt="2023-11-06T07:13:01.741" v="1719" actId="1076"/>
          <ac:cxnSpMkLst>
            <pc:docMk/>
            <pc:sldMk cId="973853617" sldId="259"/>
            <ac:cxnSpMk id="27" creationId="{ABF00811-C7B4-2DE0-5415-FD2B2FBDF152}"/>
          </ac:cxnSpMkLst>
        </pc:cxnChg>
        <pc:cxnChg chg="mod">
          <ac:chgData name="Leo Hoarty" userId="d2d44a6739d0542d" providerId="LiveId" clId="{DB028C6A-6363-40D7-B3EB-40032F81AF49}" dt="2023-11-06T07:13:01.741" v="1719" actId="1076"/>
          <ac:cxnSpMkLst>
            <pc:docMk/>
            <pc:sldMk cId="973853617" sldId="259"/>
            <ac:cxnSpMk id="28" creationId="{1D3E5C4A-EBA7-C244-EAEB-D4179BAF3EAC}"/>
          </ac:cxnSpMkLst>
        </pc:cxnChg>
        <pc:cxnChg chg="mod">
          <ac:chgData name="Leo Hoarty" userId="d2d44a6739d0542d" providerId="LiveId" clId="{DB028C6A-6363-40D7-B3EB-40032F81AF49}" dt="2023-11-06T07:13:01.741" v="1719" actId="1076"/>
          <ac:cxnSpMkLst>
            <pc:docMk/>
            <pc:sldMk cId="973853617" sldId="259"/>
            <ac:cxnSpMk id="29" creationId="{BA5C9AB9-FB1F-CC9F-3DCF-A29EC0298FE2}"/>
          </ac:cxnSpMkLst>
        </pc:cxnChg>
        <pc:cxnChg chg="mod">
          <ac:chgData name="Leo Hoarty" userId="d2d44a6739d0542d" providerId="LiveId" clId="{DB028C6A-6363-40D7-B3EB-40032F81AF49}" dt="2023-11-06T07:13:01.741" v="1719" actId="1076"/>
          <ac:cxnSpMkLst>
            <pc:docMk/>
            <pc:sldMk cId="973853617" sldId="259"/>
            <ac:cxnSpMk id="30" creationId="{1EBCDAC9-D07F-B87C-B697-D23ADBBB889A}"/>
          </ac:cxnSpMkLst>
        </pc:cxnChg>
        <pc:cxnChg chg="add mod topLvl">
          <ac:chgData name="Leo Hoarty" userId="d2d44a6739d0542d" providerId="LiveId" clId="{DB028C6A-6363-40D7-B3EB-40032F81AF49}" dt="2023-11-06T07:13:01.741" v="1719" actId="1076"/>
          <ac:cxnSpMkLst>
            <pc:docMk/>
            <pc:sldMk cId="973853617" sldId="259"/>
            <ac:cxnSpMk id="57" creationId="{1C3C38AC-705A-216B-297E-38F5C27B7A45}"/>
          </ac:cxnSpMkLst>
        </pc:cxnChg>
        <pc:cxnChg chg="add mod topLvl">
          <ac:chgData name="Leo Hoarty" userId="d2d44a6739d0542d" providerId="LiveId" clId="{DB028C6A-6363-40D7-B3EB-40032F81AF49}" dt="2023-11-06T07:13:01.741" v="1719" actId="1076"/>
          <ac:cxnSpMkLst>
            <pc:docMk/>
            <pc:sldMk cId="973853617" sldId="259"/>
            <ac:cxnSpMk id="58" creationId="{78BA5124-1439-05B3-DE95-C9437E0D7A32}"/>
          </ac:cxnSpMkLst>
        </pc:cxnChg>
        <pc:cxnChg chg="add mod">
          <ac:chgData name="Leo Hoarty" userId="d2d44a6739d0542d" providerId="LiveId" clId="{DB028C6A-6363-40D7-B3EB-40032F81AF49}" dt="2023-11-06T07:13:01.741" v="1719" actId="1076"/>
          <ac:cxnSpMkLst>
            <pc:docMk/>
            <pc:sldMk cId="973853617" sldId="259"/>
            <ac:cxnSpMk id="62" creationId="{44ABBEA9-FC34-4E51-85F0-A094ECCBA173}"/>
          </ac:cxnSpMkLst>
        </pc:cxnChg>
        <pc:cxnChg chg="add mod">
          <ac:chgData name="Leo Hoarty" userId="d2d44a6739d0542d" providerId="LiveId" clId="{DB028C6A-6363-40D7-B3EB-40032F81AF49}" dt="2023-11-06T07:13:01.741" v="1719" actId="1076"/>
          <ac:cxnSpMkLst>
            <pc:docMk/>
            <pc:sldMk cId="973853617" sldId="259"/>
            <ac:cxnSpMk id="83" creationId="{14AD8121-B5DB-18A8-2230-2D532222514B}"/>
          </ac:cxnSpMkLst>
        </pc:cxnChg>
        <pc:cxnChg chg="add mod">
          <ac:chgData name="Leo Hoarty" userId="d2d44a6739d0542d" providerId="LiveId" clId="{DB028C6A-6363-40D7-B3EB-40032F81AF49}" dt="2023-11-06T07:13:01.741" v="1719" actId="1076"/>
          <ac:cxnSpMkLst>
            <pc:docMk/>
            <pc:sldMk cId="973853617" sldId="259"/>
            <ac:cxnSpMk id="84" creationId="{5FE15602-B796-CDB2-2215-40A555A18BA3}"/>
          </ac:cxnSpMkLst>
        </pc:cxnChg>
        <pc:cxnChg chg="del mod ord">
          <ac:chgData name="Leo Hoarty" userId="d2d44a6739d0542d" providerId="LiveId" clId="{DB028C6A-6363-40D7-B3EB-40032F81AF49}" dt="2023-11-06T05:31:23.894" v="1661" actId="478"/>
          <ac:cxnSpMkLst>
            <pc:docMk/>
            <pc:sldMk cId="973853617" sldId="259"/>
            <ac:cxnSpMk id="91" creationId="{9E2E7748-CCBC-AD1B-10EB-A03B9A0F2AC1}"/>
          </ac:cxnSpMkLst>
        </pc:cxnChg>
        <pc:cxnChg chg="add mod">
          <ac:chgData name="Leo Hoarty" userId="d2d44a6739d0542d" providerId="LiveId" clId="{DB028C6A-6363-40D7-B3EB-40032F81AF49}" dt="2023-11-06T07:13:01.741" v="1719" actId="1076"/>
          <ac:cxnSpMkLst>
            <pc:docMk/>
            <pc:sldMk cId="973853617" sldId="259"/>
            <ac:cxnSpMk id="93" creationId="{254FA664-33C6-0C89-8E20-460B3422A923}"/>
          </ac:cxnSpMkLst>
        </pc:cxnChg>
        <pc:cxnChg chg="del">
          <ac:chgData name="Leo Hoarty" userId="d2d44a6739d0542d" providerId="LiveId" clId="{DB028C6A-6363-40D7-B3EB-40032F81AF49}" dt="2023-11-06T03:01:19.076" v="878" actId="478"/>
          <ac:cxnSpMkLst>
            <pc:docMk/>
            <pc:sldMk cId="973853617" sldId="259"/>
            <ac:cxnSpMk id="96" creationId="{7E55C700-ABED-54B5-24D9-CE307D796825}"/>
          </ac:cxnSpMkLst>
        </pc:cxnChg>
        <pc:cxnChg chg="del mod">
          <ac:chgData name="Leo Hoarty" userId="d2d44a6739d0542d" providerId="LiveId" clId="{DB028C6A-6363-40D7-B3EB-40032F81AF49}" dt="2023-11-06T03:01:16.773" v="877" actId="478"/>
          <ac:cxnSpMkLst>
            <pc:docMk/>
            <pc:sldMk cId="973853617" sldId="259"/>
            <ac:cxnSpMk id="97" creationId="{EE9B557B-02EE-8149-B9AE-0F3CC320B2E5}"/>
          </ac:cxnSpMkLst>
        </pc:cxnChg>
        <pc:cxnChg chg="mod">
          <ac:chgData name="Leo Hoarty" userId="d2d44a6739d0542d" providerId="LiveId" clId="{DB028C6A-6363-40D7-B3EB-40032F81AF49}" dt="2023-11-06T07:13:01.741" v="1719" actId="1076"/>
          <ac:cxnSpMkLst>
            <pc:docMk/>
            <pc:sldMk cId="973853617" sldId="259"/>
            <ac:cxnSpMk id="98" creationId="{59AC9266-04A9-3C18-B955-7C087947645A}"/>
          </ac:cxnSpMkLst>
        </pc:cxnChg>
        <pc:cxnChg chg="mod">
          <ac:chgData name="Leo Hoarty" userId="d2d44a6739d0542d" providerId="LiveId" clId="{DB028C6A-6363-40D7-B3EB-40032F81AF49}" dt="2023-11-06T07:13:01.741" v="1719" actId="1076"/>
          <ac:cxnSpMkLst>
            <pc:docMk/>
            <pc:sldMk cId="973853617" sldId="259"/>
            <ac:cxnSpMk id="100" creationId="{FFF21DEC-397B-B1F1-19AB-C5CA6D92A165}"/>
          </ac:cxnSpMkLst>
        </pc:cxnChg>
        <pc:cxnChg chg="mod">
          <ac:chgData name="Leo Hoarty" userId="d2d44a6739d0542d" providerId="LiveId" clId="{DB028C6A-6363-40D7-B3EB-40032F81AF49}" dt="2023-11-06T07:13:01.741" v="1719" actId="1076"/>
          <ac:cxnSpMkLst>
            <pc:docMk/>
            <pc:sldMk cId="973853617" sldId="259"/>
            <ac:cxnSpMk id="102" creationId="{350D9629-A604-8055-E81D-5C254DB01414}"/>
          </ac:cxnSpMkLst>
        </pc:cxnChg>
        <pc:cxnChg chg="mod">
          <ac:chgData name="Leo Hoarty" userId="d2d44a6739d0542d" providerId="LiveId" clId="{DB028C6A-6363-40D7-B3EB-40032F81AF49}" dt="2023-11-06T07:13:01.741" v="1719" actId="1076"/>
          <ac:cxnSpMkLst>
            <pc:docMk/>
            <pc:sldMk cId="973853617" sldId="259"/>
            <ac:cxnSpMk id="103" creationId="{876C1D4C-946A-1B1E-2E6A-B0582FAB4BE3}"/>
          </ac:cxnSpMkLst>
        </pc:cxnChg>
        <pc:cxnChg chg="mod">
          <ac:chgData name="Leo Hoarty" userId="d2d44a6739d0542d" providerId="LiveId" clId="{DB028C6A-6363-40D7-B3EB-40032F81AF49}" dt="2023-11-06T07:13:01.741" v="1719" actId="1076"/>
          <ac:cxnSpMkLst>
            <pc:docMk/>
            <pc:sldMk cId="973853617" sldId="259"/>
            <ac:cxnSpMk id="105" creationId="{9A666347-BA40-B1D0-FFD8-F7DC1B5EC7C1}"/>
          </ac:cxnSpMkLst>
        </pc:cxnChg>
        <pc:cxnChg chg="mod">
          <ac:chgData name="Leo Hoarty" userId="d2d44a6739d0542d" providerId="LiveId" clId="{DB028C6A-6363-40D7-B3EB-40032F81AF49}" dt="2023-11-06T07:13:01.741" v="1719" actId="1076"/>
          <ac:cxnSpMkLst>
            <pc:docMk/>
            <pc:sldMk cId="973853617" sldId="259"/>
            <ac:cxnSpMk id="107" creationId="{2D8B983E-A459-2819-2073-D5494C2E4314}"/>
          </ac:cxnSpMkLst>
        </pc:cxnChg>
        <pc:cxnChg chg="add del">
          <ac:chgData name="Leo Hoarty" userId="d2d44a6739d0542d" providerId="LiveId" clId="{DB028C6A-6363-40D7-B3EB-40032F81AF49}" dt="2023-11-06T01:17:44.947" v="197" actId="478"/>
          <ac:cxnSpMkLst>
            <pc:docMk/>
            <pc:sldMk cId="973853617" sldId="259"/>
            <ac:cxnSpMk id="116" creationId="{C2B2A9B3-8E8B-0A06-C631-D80DA886DED4}"/>
          </ac:cxnSpMkLst>
        </pc:cxnChg>
        <pc:cxnChg chg="add mod">
          <ac:chgData name="Leo Hoarty" userId="d2d44a6739d0542d" providerId="LiveId" clId="{DB028C6A-6363-40D7-B3EB-40032F81AF49}" dt="2023-11-06T07:13:01.741" v="1719" actId="1076"/>
          <ac:cxnSpMkLst>
            <pc:docMk/>
            <pc:sldMk cId="973853617" sldId="259"/>
            <ac:cxnSpMk id="118" creationId="{1650E25D-BA3D-58B5-7132-82F73D0FA9BA}"/>
          </ac:cxnSpMkLst>
        </pc:cxnChg>
        <pc:cxnChg chg="add mod">
          <ac:chgData name="Leo Hoarty" userId="d2d44a6739d0542d" providerId="LiveId" clId="{DB028C6A-6363-40D7-B3EB-40032F81AF49}" dt="2023-11-06T07:13:01.741" v="1719" actId="1076"/>
          <ac:cxnSpMkLst>
            <pc:docMk/>
            <pc:sldMk cId="973853617" sldId="259"/>
            <ac:cxnSpMk id="119" creationId="{1E04BE63-BFF3-C7CF-DACC-3F70DFD2D625}"/>
          </ac:cxnSpMkLst>
        </pc:cxnChg>
        <pc:cxnChg chg="add mod">
          <ac:chgData name="Leo Hoarty" userId="d2d44a6739d0542d" providerId="LiveId" clId="{DB028C6A-6363-40D7-B3EB-40032F81AF49}" dt="2023-11-06T07:13:01.741" v="1719" actId="1076"/>
          <ac:cxnSpMkLst>
            <pc:docMk/>
            <pc:sldMk cId="973853617" sldId="259"/>
            <ac:cxnSpMk id="123" creationId="{897F9D16-5175-E7B6-3E11-72EAA1EE26E3}"/>
          </ac:cxnSpMkLst>
        </pc:cxnChg>
        <pc:cxnChg chg="add del mod">
          <ac:chgData name="Leo Hoarty" userId="d2d44a6739d0542d" providerId="LiveId" clId="{DB028C6A-6363-40D7-B3EB-40032F81AF49}" dt="2023-11-06T01:22:12.627" v="234" actId="478"/>
          <ac:cxnSpMkLst>
            <pc:docMk/>
            <pc:sldMk cId="973853617" sldId="259"/>
            <ac:cxnSpMk id="129" creationId="{69AF1497-5BED-FF90-3888-9CDCE0A8B39A}"/>
          </ac:cxnSpMkLst>
        </pc:cxnChg>
        <pc:cxnChg chg="add mod">
          <ac:chgData name="Leo Hoarty" userId="d2d44a6739d0542d" providerId="LiveId" clId="{DB028C6A-6363-40D7-B3EB-40032F81AF49}" dt="2023-11-06T05:07:28.030" v="1372" actId="164"/>
          <ac:cxnSpMkLst>
            <pc:docMk/>
            <pc:sldMk cId="973853617" sldId="259"/>
            <ac:cxnSpMk id="130" creationId="{AA76AD07-A86B-74EF-A603-E524EE78681F}"/>
          </ac:cxnSpMkLst>
        </pc:cxnChg>
        <pc:cxnChg chg="add mod">
          <ac:chgData name="Leo Hoarty" userId="d2d44a6739d0542d" providerId="LiveId" clId="{DB028C6A-6363-40D7-B3EB-40032F81AF49}" dt="2023-11-06T05:07:28.030" v="1372" actId="164"/>
          <ac:cxnSpMkLst>
            <pc:docMk/>
            <pc:sldMk cId="973853617" sldId="259"/>
            <ac:cxnSpMk id="132" creationId="{F2FA37B4-F0C9-6DB9-C041-6A3E5C1215C9}"/>
          </ac:cxnSpMkLst>
        </pc:cxnChg>
        <pc:cxnChg chg="add mod">
          <ac:chgData name="Leo Hoarty" userId="d2d44a6739d0542d" providerId="LiveId" clId="{DB028C6A-6363-40D7-B3EB-40032F81AF49}" dt="2023-11-06T05:07:28.030" v="1372" actId="164"/>
          <ac:cxnSpMkLst>
            <pc:docMk/>
            <pc:sldMk cId="973853617" sldId="259"/>
            <ac:cxnSpMk id="133" creationId="{68078E83-D90D-069E-C3CC-B41512C41E2A}"/>
          </ac:cxnSpMkLst>
        </pc:cxnChg>
        <pc:cxnChg chg="add mod">
          <ac:chgData name="Leo Hoarty" userId="d2d44a6739d0542d" providerId="LiveId" clId="{DB028C6A-6363-40D7-B3EB-40032F81AF49}" dt="2023-11-06T05:07:28.030" v="1372" actId="164"/>
          <ac:cxnSpMkLst>
            <pc:docMk/>
            <pc:sldMk cId="973853617" sldId="259"/>
            <ac:cxnSpMk id="134" creationId="{AD6EF03F-97FC-49F1-EE23-C96FF6CAC0F7}"/>
          </ac:cxnSpMkLst>
        </pc:cxnChg>
        <pc:cxnChg chg="add mod">
          <ac:chgData name="Leo Hoarty" userId="d2d44a6739d0542d" providerId="LiveId" clId="{DB028C6A-6363-40D7-B3EB-40032F81AF49}" dt="2023-11-06T05:07:28.030" v="1372" actId="164"/>
          <ac:cxnSpMkLst>
            <pc:docMk/>
            <pc:sldMk cId="973853617" sldId="259"/>
            <ac:cxnSpMk id="135" creationId="{6A3A9C13-F6AB-46D7-C2E3-FEF3F1E14E1E}"/>
          </ac:cxnSpMkLst>
        </pc:cxnChg>
        <pc:cxnChg chg="add mod">
          <ac:chgData name="Leo Hoarty" userId="d2d44a6739d0542d" providerId="LiveId" clId="{DB028C6A-6363-40D7-B3EB-40032F81AF49}" dt="2023-11-06T05:07:28.030" v="1372" actId="164"/>
          <ac:cxnSpMkLst>
            <pc:docMk/>
            <pc:sldMk cId="973853617" sldId="259"/>
            <ac:cxnSpMk id="136" creationId="{5453D446-B6D2-29F0-00A8-0D1645720710}"/>
          </ac:cxnSpMkLst>
        </pc:cxnChg>
        <pc:cxnChg chg="add mod">
          <ac:chgData name="Leo Hoarty" userId="d2d44a6739d0542d" providerId="LiveId" clId="{DB028C6A-6363-40D7-B3EB-40032F81AF49}" dt="2023-11-06T07:13:01.741" v="1719" actId="1076"/>
          <ac:cxnSpMkLst>
            <pc:docMk/>
            <pc:sldMk cId="973853617" sldId="259"/>
            <ac:cxnSpMk id="181" creationId="{2BD86749-CBCD-3301-2316-9F94F973399F}"/>
          </ac:cxnSpMkLst>
        </pc:cxnChg>
        <pc:cxnChg chg="add del mod">
          <ac:chgData name="Leo Hoarty" userId="d2d44a6739d0542d" providerId="LiveId" clId="{DB028C6A-6363-40D7-B3EB-40032F81AF49}" dt="2023-11-06T07:12:41.651" v="1715" actId="478"/>
          <ac:cxnSpMkLst>
            <pc:docMk/>
            <pc:sldMk cId="973853617" sldId="259"/>
            <ac:cxnSpMk id="192" creationId="{B791399A-03D4-9EAE-6A4D-728AE9D8552B}"/>
          </ac:cxnSpMkLst>
        </pc:cxnChg>
      </pc:sldChg>
    </pc:docChg>
  </pc:docChgLst>
  <pc:docChgLst>
    <pc:chgData name="Leo Hoarty" userId="d2d44a6739d0542d" providerId="LiveId" clId="{12FF9A48-8C51-4E80-9A35-D7228EBB3809}"/>
    <pc:docChg chg="undo custSel addSld modSld">
      <pc:chgData name="Leo Hoarty" userId="d2d44a6739d0542d" providerId="LiveId" clId="{12FF9A48-8C51-4E80-9A35-D7228EBB3809}" dt="2023-11-09T19:10:34.394" v="440" actId="164"/>
      <pc:docMkLst>
        <pc:docMk/>
      </pc:docMkLst>
      <pc:sldChg chg="addSp delSp modSp">
        <pc:chgData name="Leo Hoarty" userId="d2d44a6739d0542d" providerId="LiveId" clId="{12FF9A48-8C51-4E80-9A35-D7228EBB3809}" dt="2023-11-06T22:08:54.040" v="1" actId="165"/>
        <pc:sldMkLst>
          <pc:docMk/>
          <pc:sldMk cId="973853617" sldId="259"/>
        </pc:sldMkLst>
        <pc:spChg chg="mod topLvl">
          <ac:chgData name="Leo Hoarty" userId="d2d44a6739d0542d" providerId="LiveId" clId="{12FF9A48-8C51-4E80-9A35-D7228EBB3809}" dt="2023-11-06T22:08:54.040" v="1" actId="165"/>
          <ac:spMkLst>
            <pc:docMk/>
            <pc:sldMk cId="973853617" sldId="259"/>
            <ac:spMk id="18" creationId="{01385D5F-7E55-5B0A-296D-DEBE836D3EF1}"/>
          </ac:spMkLst>
        </pc:spChg>
        <pc:spChg chg="mod topLvl">
          <ac:chgData name="Leo Hoarty" userId="d2d44a6739d0542d" providerId="LiveId" clId="{12FF9A48-8C51-4E80-9A35-D7228EBB3809}" dt="2023-11-06T22:08:54.040" v="1" actId="165"/>
          <ac:spMkLst>
            <pc:docMk/>
            <pc:sldMk cId="973853617" sldId="259"/>
            <ac:spMk id="21" creationId="{F42A8A04-8F21-36D1-F094-3DEE244F7235}"/>
          </ac:spMkLst>
        </pc:spChg>
        <pc:spChg chg="mod topLvl">
          <ac:chgData name="Leo Hoarty" userId="d2d44a6739d0542d" providerId="LiveId" clId="{12FF9A48-8C51-4E80-9A35-D7228EBB3809}" dt="2023-11-06T22:08:54.040" v="1" actId="165"/>
          <ac:spMkLst>
            <pc:docMk/>
            <pc:sldMk cId="973853617" sldId="259"/>
            <ac:spMk id="23" creationId="{F1928045-C316-E607-3CB4-54A72CAAA7E4}"/>
          </ac:spMkLst>
        </pc:spChg>
        <pc:spChg chg="mod topLvl">
          <ac:chgData name="Leo Hoarty" userId="d2d44a6739d0542d" providerId="LiveId" clId="{12FF9A48-8C51-4E80-9A35-D7228EBB3809}" dt="2023-11-06T22:08:54.040" v="1" actId="165"/>
          <ac:spMkLst>
            <pc:docMk/>
            <pc:sldMk cId="973853617" sldId="259"/>
            <ac:spMk id="25" creationId="{CD565C98-03ED-16AD-EEA0-136891C0EF33}"/>
          </ac:spMkLst>
        </pc:spChg>
        <pc:spChg chg="mod topLvl">
          <ac:chgData name="Leo Hoarty" userId="d2d44a6739d0542d" providerId="LiveId" clId="{12FF9A48-8C51-4E80-9A35-D7228EBB3809}" dt="2023-11-06T22:08:54.040" v="1" actId="165"/>
          <ac:spMkLst>
            <pc:docMk/>
            <pc:sldMk cId="973853617" sldId="259"/>
            <ac:spMk id="31" creationId="{C5EEA17B-7D22-D68E-8275-38659C5A0EF7}"/>
          </ac:spMkLst>
        </pc:spChg>
        <pc:spChg chg="mod topLvl">
          <ac:chgData name="Leo Hoarty" userId="d2d44a6739d0542d" providerId="LiveId" clId="{12FF9A48-8C51-4E80-9A35-D7228EBB3809}" dt="2023-11-06T22:08:54.040" v="1" actId="165"/>
          <ac:spMkLst>
            <pc:docMk/>
            <pc:sldMk cId="973853617" sldId="259"/>
            <ac:spMk id="34" creationId="{A5015D42-9980-8C0E-DAED-DC4177AFFA75}"/>
          </ac:spMkLst>
        </pc:spChg>
        <pc:spChg chg="mod topLvl">
          <ac:chgData name="Leo Hoarty" userId="d2d44a6739d0542d" providerId="LiveId" clId="{12FF9A48-8C51-4E80-9A35-D7228EBB3809}" dt="2023-11-06T22:08:54.040" v="1" actId="165"/>
          <ac:spMkLst>
            <pc:docMk/>
            <pc:sldMk cId="973853617" sldId="259"/>
            <ac:spMk id="94" creationId="{089C3575-EF4C-4347-0FD2-6B69730A69C8}"/>
          </ac:spMkLst>
        </pc:spChg>
        <pc:spChg chg="mod topLvl">
          <ac:chgData name="Leo Hoarty" userId="d2d44a6739d0542d" providerId="LiveId" clId="{12FF9A48-8C51-4E80-9A35-D7228EBB3809}" dt="2023-11-06T22:08:54.040" v="1" actId="165"/>
          <ac:spMkLst>
            <pc:docMk/>
            <pc:sldMk cId="973853617" sldId="259"/>
            <ac:spMk id="126" creationId="{B5E8230D-7B5A-4C43-644F-C564588F816C}"/>
          </ac:spMkLst>
        </pc:spChg>
        <pc:spChg chg="mod topLvl">
          <ac:chgData name="Leo Hoarty" userId="d2d44a6739d0542d" providerId="LiveId" clId="{12FF9A48-8C51-4E80-9A35-D7228EBB3809}" dt="2023-11-06T22:08:54.040" v="1" actId="165"/>
          <ac:spMkLst>
            <pc:docMk/>
            <pc:sldMk cId="973853617" sldId="259"/>
            <ac:spMk id="164" creationId="{2F829AE4-126F-B7E7-A152-DE8028E1CC19}"/>
          </ac:spMkLst>
        </pc:spChg>
        <pc:spChg chg="mod topLvl">
          <ac:chgData name="Leo Hoarty" userId="d2d44a6739d0542d" providerId="LiveId" clId="{12FF9A48-8C51-4E80-9A35-D7228EBB3809}" dt="2023-11-06T22:08:54.040" v="1" actId="165"/>
          <ac:spMkLst>
            <pc:docMk/>
            <pc:sldMk cId="973853617" sldId="259"/>
            <ac:spMk id="165" creationId="{4C5BAD9A-5ECA-E72E-A2F1-4401ECC88534}"/>
          </ac:spMkLst>
        </pc:spChg>
        <pc:spChg chg="mod topLvl">
          <ac:chgData name="Leo Hoarty" userId="d2d44a6739d0542d" providerId="LiveId" clId="{12FF9A48-8C51-4E80-9A35-D7228EBB3809}" dt="2023-11-06T22:08:54.040" v="1" actId="165"/>
          <ac:spMkLst>
            <pc:docMk/>
            <pc:sldMk cId="973853617" sldId="259"/>
            <ac:spMk id="166" creationId="{2047C33B-A5E8-4767-0DAC-635A04D55B5B}"/>
          </ac:spMkLst>
        </pc:spChg>
        <pc:spChg chg="mod topLvl">
          <ac:chgData name="Leo Hoarty" userId="d2d44a6739d0542d" providerId="LiveId" clId="{12FF9A48-8C51-4E80-9A35-D7228EBB3809}" dt="2023-11-06T22:08:54.040" v="1" actId="165"/>
          <ac:spMkLst>
            <pc:docMk/>
            <pc:sldMk cId="973853617" sldId="259"/>
            <ac:spMk id="167" creationId="{A7CCA9CB-A4AE-A001-6ADD-186CCD6B6B20}"/>
          </ac:spMkLst>
        </pc:spChg>
        <pc:grpChg chg="add del mod">
          <ac:chgData name="Leo Hoarty" userId="d2d44a6739d0542d" providerId="LiveId" clId="{12FF9A48-8C51-4E80-9A35-D7228EBB3809}" dt="2023-11-06T22:08:54.040" v="1" actId="165"/>
          <ac:grpSpMkLst>
            <pc:docMk/>
            <pc:sldMk cId="973853617" sldId="259"/>
            <ac:grpSpMk id="12" creationId="{BC1201FB-ED87-6C0D-2BC4-0659B9DDC889}"/>
          </ac:grpSpMkLst>
        </pc:grpChg>
      </pc:sldChg>
      <pc:sldChg chg="addSp delSp modSp add mod">
        <pc:chgData name="Leo Hoarty" userId="d2d44a6739d0542d" providerId="LiveId" clId="{12FF9A48-8C51-4E80-9A35-D7228EBB3809}" dt="2023-11-09T19:10:34.394" v="440" actId="164"/>
        <pc:sldMkLst>
          <pc:docMk/>
          <pc:sldMk cId="2866852822" sldId="262"/>
        </pc:sldMkLst>
        <pc:spChg chg="mod">
          <ac:chgData name="Leo Hoarty" userId="d2d44a6739d0542d" providerId="LiveId" clId="{12FF9A48-8C51-4E80-9A35-D7228EBB3809}" dt="2023-11-07T23:22:38.043" v="288" actId="20577"/>
          <ac:spMkLst>
            <pc:docMk/>
            <pc:sldMk cId="2866852822" sldId="262"/>
            <ac:spMk id="2" creationId="{9257C450-FC61-70A1-1740-1891FC4D12DA}"/>
          </ac:spMkLst>
        </pc:spChg>
        <pc:spChg chg="mo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3" creationId="{6E66B6C1-5FDB-E070-741C-34173E4853BA}"/>
          </ac:spMkLst>
        </pc:spChg>
        <pc:spChg chg="mo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4" creationId="{E9597E55-8074-9747-CC20-D3338DE539CE}"/>
          </ac:spMkLst>
        </pc:spChg>
        <pc:spChg chg="mod or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5" creationId="{E80FF061-F54F-B368-0199-9D6EC87F83E7}"/>
          </ac:spMkLst>
        </pc:spChg>
        <pc:spChg chg="mo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6" creationId="{AD56DCCF-35DF-28F8-6A1A-A0F911F66925}"/>
          </ac:spMkLst>
        </pc:spChg>
        <pc:spChg chg="mo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7" creationId="{AD930ACE-0327-9B8F-8305-0BB075721C98}"/>
          </ac:spMkLst>
        </pc:spChg>
        <pc:spChg chg="mo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8" creationId="{8AC9530D-9ADB-F827-CA90-F44D36DD2C5F}"/>
          </ac:spMkLst>
        </pc:spChg>
        <pc:spChg chg="mo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9" creationId="{ED7B5943-C3BC-EEB8-5379-A4B062DB5560}"/>
          </ac:spMkLst>
        </pc:spChg>
        <pc:spChg chg="mod or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10" creationId="{FE06C453-6FC4-3F35-B5F9-BBB20B8B11BC}"/>
          </ac:spMkLst>
        </pc:spChg>
        <pc:spChg chg="mo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11" creationId="{C41B245C-60A2-EEF6-2C97-B1E323CA5BB0}"/>
          </ac:spMkLst>
        </pc:spChg>
        <pc:spChg chg="add mo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12" creationId="{47ACC62E-1EFA-11BC-22BA-863065941210}"/>
          </ac:spMkLst>
        </pc:spChg>
        <pc:spChg chg="add mo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13" creationId="{F03BF0BF-F714-49ED-CD87-15AD9C95AC3F}"/>
          </ac:spMkLst>
        </pc:spChg>
        <pc:spChg chg="mod topLvl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14" creationId="{37CC177E-B6F3-9CFB-B878-653EEF839BA4}"/>
          </ac:spMkLst>
        </pc:spChg>
        <pc:spChg chg="mo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16" creationId="{CA0755EE-0F0F-1C69-99E4-0E8ECD03D4F5}"/>
          </ac:spMkLst>
        </pc:spChg>
        <pc:spChg chg="mo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17" creationId="{1C678427-8545-52A7-E7A7-C088E6217D1F}"/>
          </ac:spMkLst>
        </pc:spChg>
        <pc:spChg chg="mod topLvl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18" creationId="{01385D5F-7E55-5B0A-296D-DEBE836D3EF1}"/>
          </ac:spMkLst>
        </pc:spChg>
        <pc:spChg chg="del mod ord">
          <ac:chgData name="Leo Hoarty" userId="d2d44a6739d0542d" providerId="LiveId" clId="{12FF9A48-8C51-4E80-9A35-D7228EBB3809}" dt="2023-11-06T22:30:49.238" v="128" actId="478"/>
          <ac:spMkLst>
            <pc:docMk/>
            <pc:sldMk cId="2866852822" sldId="262"/>
            <ac:spMk id="19" creationId="{8BE818B9-EB63-91F4-768C-2848E7FC43DF}"/>
          </ac:spMkLst>
        </pc:spChg>
        <pc:spChg chg="add mo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19" creationId="{FD4F7430-43B6-2FA2-F946-FFC81C3B2322}"/>
          </ac:spMkLst>
        </pc:spChg>
        <pc:spChg chg="add mo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20" creationId="{8ADCE794-84CD-451F-4330-E5D8BA52191E}"/>
          </ac:spMkLst>
        </pc:spChg>
        <pc:spChg chg="del mod">
          <ac:chgData name="Leo Hoarty" userId="d2d44a6739d0542d" providerId="LiveId" clId="{12FF9A48-8C51-4E80-9A35-D7228EBB3809}" dt="2023-11-06T22:30:52.347" v="129" actId="478"/>
          <ac:spMkLst>
            <pc:docMk/>
            <pc:sldMk cId="2866852822" sldId="262"/>
            <ac:spMk id="20" creationId="{EDEF5DE1-83B9-3200-363E-E22FD49A737D}"/>
          </ac:spMkLst>
        </pc:spChg>
        <pc:spChg chg="mod topLvl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21" creationId="{F42A8A04-8F21-36D1-F094-3DEE244F7235}"/>
          </ac:spMkLst>
        </pc:spChg>
        <pc:spChg chg="mo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22" creationId="{553C131C-8192-920C-AF7A-61A5B6A9829D}"/>
          </ac:spMkLst>
        </pc:spChg>
        <pc:spChg chg="mod topLvl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23" creationId="{F1928045-C316-E607-3CB4-54A72CAAA7E4}"/>
          </ac:spMkLst>
        </pc:spChg>
        <pc:spChg chg="mod topLvl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24" creationId="{0C96B8CB-897F-A871-9149-B573C0570295}"/>
          </ac:spMkLst>
        </pc:spChg>
        <pc:spChg chg="mod topLvl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25" creationId="{CD565C98-03ED-16AD-EEA0-136891C0EF33}"/>
          </ac:spMkLst>
        </pc:spChg>
        <pc:spChg chg="add del mo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31" creationId="{B1A85970-39EA-119A-9886-96E4095AC08F}"/>
          </ac:spMkLst>
        </pc:spChg>
        <pc:spChg chg="del">
          <ac:chgData name="Leo Hoarty" userId="d2d44a6739d0542d" providerId="LiveId" clId="{12FF9A48-8C51-4E80-9A35-D7228EBB3809}" dt="2023-11-06T22:28:06.568" v="72" actId="478"/>
          <ac:spMkLst>
            <pc:docMk/>
            <pc:sldMk cId="2866852822" sldId="262"/>
            <ac:spMk id="31" creationId="{C5EEA17B-7D22-D68E-8275-38659C5A0EF7}"/>
          </ac:spMkLst>
        </pc:spChg>
        <pc:spChg chg="add mo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32" creationId="{B29DA5BF-E658-B9E6-4E9B-A7996F21299B}"/>
          </ac:spMkLst>
        </pc:spChg>
        <pc:spChg chg="del mod">
          <ac:chgData name="Leo Hoarty" userId="d2d44a6739d0542d" providerId="LiveId" clId="{12FF9A48-8C51-4E80-9A35-D7228EBB3809}" dt="2023-11-06T22:30:52.347" v="129" actId="478"/>
          <ac:spMkLst>
            <pc:docMk/>
            <pc:sldMk cId="2866852822" sldId="262"/>
            <ac:spMk id="32" creationId="{B7DDE47F-AB44-C5E2-6DAE-6FB3BF3CE545}"/>
          </ac:spMkLst>
        </pc:spChg>
        <pc:spChg chg="del mod ord">
          <ac:chgData name="Leo Hoarty" userId="d2d44a6739d0542d" providerId="LiveId" clId="{12FF9A48-8C51-4E80-9A35-D7228EBB3809}" dt="2023-11-06T22:30:49.238" v="128" actId="478"/>
          <ac:spMkLst>
            <pc:docMk/>
            <pc:sldMk cId="2866852822" sldId="262"/>
            <ac:spMk id="33" creationId="{0CA553C8-ED6B-9CFE-86C2-F86188DBDB7B}"/>
          </ac:spMkLst>
        </pc:spChg>
        <pc:spChg chg="add del mod">
          <ac:chgData name="Leo Hoarty" userId="d2d44a6739d0542d" providerId="LiveId" clId="{12FF9A48-8C51-4E80-9A35-D7228EBB3809}" dt="2023-11-09T01:04:29.292" v="425" actId="478"/>
          <ac:spMkLst>
            <pc:docMk/>
            <pc:sldMk cId="2866852822" sldId="262"/>
            <ac:spMk id="33" creationId="{E6FE5970-DC69-CBC0-49EF-C148C57A3837}"/>
          </ac:spMkLst>
        </pc:spChg>
        <pc:spChg chg="mod topLvl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34" creationId="{A5015D42-9980-8C0E-DAED-DC4177AFFA75}"/>
          </ac:spMkLst>
        </pc:spChg>
        <pc:spChg chg="add mod">
          <ac:chgData name="Leo Hoarty" userId="d2d44a6739d0542d" providerId="LiveId" clId="{12FF9A48-8C51-4E80-9A35-D7228EBB3809}" dt="2023-11-09T01:03:48.039" v="417" actId="20577"/>
          <ac:spMkLst>
            <pc:docMk/>
            <pc:sldMk cId="2866852822" sldId="262"/>
            <ac:spMk id="35" creationId="{9CED6CDF-2FC7-A490-31CF-71E1D42DC2DC}"/>
          </ac:spMkLst>
        </pc:spChg>
        <pc:spChg chg="del mod">
          <ac:chgData name="Leo Hoarty" userId="d2d44a6739d0542d" providerId="LiveId" clId="{12FF9A48-8C51-4E80-9A35-D7228EBB3809}" dt="2023-11-06T22:30:52.347" v="129" actId="478"/>
          <ac:spMkLst>
            <pc:docMk/>
            <pc:sldMk cId="2866852822" sldId="262"/>
            <ac:spMk id="35" creationId="{E50B1E47-03AD-EEA7-FBCD-EB2CD4871C60}"/>
          </ac:spMkLst>
        </pc:spChg>
        <pc:spChg chg="add mo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36" creationId="{1C158A34-8387-6972-E11E-EED3B9E3FB4B}"/>
          </ac:spMkLst>
        </pc:spChg>
        <pc:spChg chg="del mod">
          <ac:chgData name="Leo Hoarty" userId="d2d44a6739d0542d" providerId="LiveId" clId="{12FF9A48-8C51-4E80-9A35-D7228EBB3809}" dt="2023-11-06T22:30:52.347" v="129" actId="478"/>
          <ac:spMkLst>
            <pc:docMk/>
            <pc:sldMk cId="2866852822" sldId="262"/>
            <ac:spMk id="36" creationId="{EB2C0E6A-12D8-C4BB-0C85-8CDEBB1A43E8}"/>
          </ac:spMkLst>
        </pc:spChg>
        <pc:spChg chg="del mod">
          <ac:chgData name="Leo Hoarty" userId="d2d44a6739d0542d" providerId="LiveId" clId="{12FF9A48-8C51-4E80-9A35-D7228EBB3809}" dt="2023-11-06T22:30:52.347" v="129" actId="478"/>
          <ac:spMkLst>
            <pc:docMk/>
            <pc:sldMk cId="2866852822" sldId="262"/>
            <ac:spMk id="37" creationId="{22395F98-8DD6-B6AA-C2F4-51BDBC008D09}"/>
          </ac:spMkLst>
        </pc:spChg>
        <pc:spChg chg="add mo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37" creationId="{BCD75037-2967-026B-90E1-98817D574AA4}"/>
          </ac:spMkLst>
        </pc:spChg>
        <pc:spChg chg="mod topLvl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38" creationId="{3840CD29-BB73-E6E9-EA1F-76527BD1B812}"/>
          </ac:spMkLst>
        </pc:spChg>
        <pc:spChg chg="add mo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39" creationId="{04A51B2E-B226-DE34-2F16-4479EA39708B}"/>
          </ac:spMkLst>
        </pc:spChg>
        <pc:spChg chg="del mod ord">
          <ac:chgData name="Leo Hoarty" userId="d2d44a6739d0542d" providerId="LiveId" clId="{12FF9A48-8C51-4E80-9A35-D7228EBB3809}" dt="2023-11-06T22:30:49.238" v="128" actId="478"/>
          <ac:spMkLst>
            <pc:docMk/>
            <pc:sldMk cId="2866852822" sldId="262"/>
            <ac:spMk id="39" creationId="{68EA6404-F7C2-E00A-AE25-FEFA074EA0CE}"/>
          </ac:spMkLst>
        </pc:spChg>
        <pc:spChg chg="add del mod">
          <ac:chgData name="Leo Hoarty" userId="d2d44a6739d0542d" providerId="LiveId" clId="{12FF9A48-8C51-4E80-9A35-D7228EBB3809}" dt="2023-11-07T23:41:48.071" v="385"/>
          <ac:spMkLst>
            <pc:docMk/>
            <pc:sldMk cId="2866852822" sldId="262"/>
            <ac:spMk id="40" creationId="{07019B8E-6464-558F-B55B-90D22F7695B6}"/>
          </ac:spMkLst>
        </pc:spChg>
        <pc:spChg chg="del mod ord">
          <ac:chgData name="Leo Hoarty" userId="d2d44a6739d0542d" providerId="LiveId" clId="{12FF9A48-8C51-4E80-9A35-D7228EBB3809}" dt="2023-11-06T22:30:49.238" v="128" actId="478"/>
          <ac:spMkLst>
            <pc:docMk/>
            <pc:sldMk cId="2866852822" sldId="262"/>
            <ac:spMk id="40" creationId="{98B3AD35-1369-477C-13D9-6C16DDB22FA8}"/>
          </ac:spMkLst>
        </pc:spChg>
        <pc:spChg chg="add del mod">
          <ac:chgData name="Leo Hoarty" userId="d2d44a6739d0542d" providerId="LiveId" clId="{12FF9A48-8C51-4E80-9A35-D7228EBB3809}" dt="2023-11-07T23:41:48.071" v="385"/>
          <ac:spMkLst>
            <pc:docMk/>
            <pc:sldMk cId="2866852822" sldId="262"/>
            <ac:spMk id="41" creationId="{3973D19B-F216-36A2-1E6F-AF7F87D4B21B}"/>
          </ac:spMkLst>
        </pc:spChg>
        <pc:spChg chg="del mod ord">
          <ac:chgData name="Leo Hoarty" userId="d2d44a6739d0542d" providerId="LiveId" clId="{12FF9A48-8C51-4E80-9A35-D7228EBB3809}" dt="2023-11-06T22:30:49.238" v="128" actId="478"/>
          <ac:spMkLst>
            <pc:docMk/>
            <pc:sldMk cId="2866852822" sldId="262"/>
            <ac:spMk id="41" creationId="{D4E93783-C351-2271-E291-040E0F03187D}"/>
          </ac:spMkLst>
        </pc:spChg>
        <pc:spChg chg="mod topLvl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42" creationId="{DFB74683-E0DC-F9DF-0AB2-CA99BEC79ECD}"/>
          </ac:spMkLst>
        </pc:spChg>
        <pc:spChg chg="mod topLvl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43" creationId="{EF13D1AD-6E02-BDAB-6F64-DF6EAD22495C}"/>
          </ac:spMkLst>
        </pc:spChg>
        <pc:spChg chg="add del mod">
          <ac:chgData name="Leo Hoarty" userId="d2d44a6739d0542d" providerId="LiveId" clId="{12FF9A48-8C51-4E80-9A35-D7228EBB3809}" dt="2023-11-07T23:41:48.071" v="385"/>
          <ac:spMkLst>
            <pc:docMk/>
            <pc:sldMk cId="2866852822" sldId="262"/>
            <ac:spMk id="44" creationId="{9E1A288A-BC94-EB02-1A41-B5B805BA52F3}"/>
          </ac:spMkLst>
        </pc:spChg>
        <pc:spChg chg="mod topLvl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45" creationId="{07938BF5-2DC9-62E6-6AE0-F4885CB23AA0}"/>
          </ac:spMkLst>
        </pc:spChg>
        <pc:spChg chg="mod topLvl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46" creationId="{3098A7EA-4740-3580-9705-45D2A5E791FD}"/>
          </ac:spMkLst>
        </pc:spChg>
        <pc:spChg chg="mod topLvl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47" creationId="{1C4EAE08-A3F1-DE80-9F2C-9ABDB461165E}"/>
          </ac:spMkLst>
        </pc:spChg>
        <pc:spChg chg="mod topLvl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48" creationId="{B9B2E3B1-5AB9-8195-19F2-F0E088B58306}"/>
          </ac:spMkLst>
        </pc:spChg>
        <pc:spChg chg="mod topLvl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49" creationId="{C8B51901-A189-F853-E464-AC9E8426F627}"/>
          </ac:spMkLst>
        </pc:spChg>
        <pc:spChg chg="del mod">
          <ac:chgData name="Leo Hoarty" userId="d2d44a6739d0542d" providerId="LiveId" clId="{12FF9A48-8C51-4E80-9A35-D7228EBB3809}" dt="2023-11-06T22:32:06.431" v="139" actId="478"/>
          <ac:spMkLst>
            <pc:docMk/>
            <pc:sldMk cId="2866852822" sldId="262"/>
            <ac:spMk id="50" creationId="{32F5A54F-1757-FFE7-3B52-BFF135632145}"/>
          </ac:spMkLst>
        </pc:spChg>
        <pc:spChg chg="add del mod">
          <ac:chgData name="Leo Hoarty" userId="d2d44a6739d0542d" providerId="LiveId" clId="{12FF9A48-8C51-4E80-9A35-D7228EBB3809}" dt="2023-11-07T23:41:48.071" v="385"/>
          <ac:spMkLst>
            <pc:docMk/>
            <pc:sldMk cId="2866852822" sldId="262"/>
            <ac:spMk id="50" creationId="{719DB9D8-EA25-E8AC-CC26-D73F17CFE96D}"/>
          </ac:spMkLst>
        </pc:spChg>
        <pc:spChg chg="del">
          <ac:chgData name="Leo Hoarty" userId="d2d44a6739d0542d" providerId="LiveId" clId="{12FF9A48-8C51-4E80-9A35-D7228EBB3809}" dt="2023-11-06T22:32:16.254" v="142" actId="478"/>
          <ac:spMkLst>
            <pc:docMk/>
            <pc:sldMk cId="2866852822" sldId="262"/>
            <ac:spMk id="51" creationId="{CB2EAD8F-2B02-2ED1-A14A-C43408B64556}"/>
          </ac:spMkLst>
        </pc:spChg>
        <pc:spChg chg="add del mod">
          <ac:chgData name="Leo Hoarty" userId="d2d44a6739d0542d" providerId="LiveId" clId="{12FF9A48-8C51-4E80-9A35-D7228EBB3809}" dt="2023-11-07T23:41:48.071" v="385"/>
          <ac:spMkLst>
            <pc:docMk/>
            <pc:sldMk cId="2866852822" sldId="262"/>
            <ac:spMk id="51" creationId="{DB6E9337-B107-881F-1A17-B630EF6BF794}"/>
          </ac:spMkLst>
        </pc:spChg>
        <pc:spChg chg="mod or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52" creationId="{5837E66D-3F84-DC9A-0728-EC0DABA16742}"/>
          </ac:spMkLst>
        </pc:spChg>
        <pc:spChg chg="mo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53" creationId="{8E789C6D-0ED6-A499-14FA-EAC225E66881}"/>
          </ac:spMkLst>
        </pc:spChg>
        <pc:spChg chg="mo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54" creationId="{53CBCCBE-A3C3-B306-9CBB-8F62C00CCB55}"/>
          </ac:spMkLst>
        </pc:spChg>
        <pc:spChg chg="mo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55" creationId="{80BA1BC7-7FDD-56CD-780E-48A0C7E0BC93}"/>
          </ac:spMkLst>
        </pc:spChg>
        <pc:spChg chg="del">
          <ac:chgData name="Leo Hoarty" userId="d2d44a6739d0542d" providerId="LiveId" clId="{12FF9A48-8C51-4E80-9A35-D7228EBB3809}" dt="2023-11-07T22:11:25.821" v="221" actId="478"/>
          <ac:spMkLst>
            <pc:docMk/>
            <pc:sldMk cId="2866852822" sldId="262"/>
            <ac:spMk id="56" creationId="{7CC4002F-CA2F-91DA-5C57-10D8D8A23C8D}"/>
          </ac:spMkLst>
        </pc:spChg>
        <pc:spChg chg="add mo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56" creationId="{CFB8A986-FDA0-2B6E-D55C-548B9E30DB08}"/>
          </ac:spMkLst>
        </pc:spChg>
        <pc:spChg chg="add del mod">
          <ac:chgData name="Leo Hoarty" userId="d2d44a6739d0542d" providerId="LiveId" clId="{12FF9A48-8C51-4E80-9A35-D7228EBB3809}" dt="2023-11-06T22:25:36.886" v="48" actId="478"/>
          <ac:spMkLst>
            <pc:docMk/>
            <pc:sldMk cId="2866852822" sldId="262"/>
            <ac:spMk id="59" creationId="{8189548A-6B46-24AC-97B1-004763E0F617}"/>
          </ac:spMkLst>
        </pc:spChg>
        <pc:spChg chg="del mod">
          <ac:chgData name="Leo Hoarty" userId="d2d44a6739d0542d" providerId="LiveId" clId="{12FF9A48-8C51-4E80-9A35-D7228EBB3809}" dt="2023-11-07T23:42:24.133" v="388" actId="478"/>
          <ac:spMkLst>
            <pc:docMk/>
            <pc:sldMk cId="2866852822" sldId="262"/>
            <ac:spMk id="60" creationId="{36CEB499-3BA0-7099-E9E7-4FF84A48FF9B}"/>
          </ac:spMkLst>
        </pc:spChg>
        <pc:spChg chg="add del mod">
          <ac:chgData name="Leo Hoarty" userId="d2d44a6739d0542d" providerId="LiveId" clId="{12FF9A48-8C51-4E80-9A35-D7228EBB3809}" dt="2023-11-07T23:42:55.654" v="389" actId="478"/>
          <ac:spMkLst>
            <pc:docMk/>
            <pc:sldMk cId="2866852822" sldId="262"/>
            <ac:spMk id="61" creationId="{9E6D5FC5-C11D-8AF3-6D4F-C816E9D79E13}"/>
          </ac:spMkLst>
        </pc:spChg>
        <pc:spChg chg="del mod">
          <ac:chgData name="Leo Hoarty" userId="d2d44a6739d0542d" providerId="LiveId" clId="{12FF9A48-8C51-4E80-9A35-D7228EBB3809}" dt="2023-11-07T22:14:44.826" v="245" actId="478"/>
          <ac:spMkLst>
            <pc:docMk/>
            <pc:sldMk cId="2866852822" sldId="262"/>
            <ac:spMk id="63" creationId="{C0DDEADF-6D69-6719-AA54-9E334A807DAB}"/>
          </ac:spMkLst>
        </pc:spChg>
        <pc:spChg chg="del mod">
          <ac:chgData name="Leo Hoarty" userId="d2d44a6739d0542d" providerId="LiveId" clId="{12FF9A48-8C51-4E80-9A35-D7228EBB3809}" dt="2023-11-07T22:14:53.306" v="247" actId="478"/>
          <ac:spMkLst>
            <pc:docMk/>
            <pc:sldMk cId="2866852822" sldId="262"/>
            <ac:spMk id="64" creationId="{EFBF6C8F-9957-C137-2CF2-D8945BCF5006}"/>
          </ac:spMkLst>
        </pc:spChg>
        <pc:spChg chg="del mod">
          <ac:chgData name="Leo Hoarty" userId="d2d44a6739d0542d" providerId="LiveId" clId="{12FF9A48-8C51-4E80-9A35-D7228EBB3809}" dt="2023-11-07T22:14:54.190" v="248" actId="478"/>
          <ac:spMkLst>
            <pc:docMk/>
            <pc:sldMk cId="2866852822" sldId="262"/>
            <ac:spMk id="65" creationId="{89D637CE-210C-7837-AF69-B1526C306E13}"/>
          </ac:spMkLst>
        </pc:spChg>
        <pc:spChg chg="mo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66" creationId="{AE65F2FE-14D6-EC7C-A4D2-7274877EB8C5}"/>
          </ac:spMkLst>
        </pc:spChg>
        <pc:spChg chg="mo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67" creationId="{D224E861-3158-B0CC-7789-4722C650D927}"/>
          </ac:spMkLst>
        </pc:spChg>
        <pc:spChg chg="add del mod">
          <ac:chgData name="Leo Hoarty" userId="d2d44a6739d0542d" providerId="LiveId" clId="{12FF9A48-8C51-4E80-9A35-D7228EBB3809}" dt="2023-11-07T23:43:50.278" v="398" actId="478"/>
          <ac:spMkLst>
            <pc:docMk/>
            <pc:sldMk cId="2866852822" sldId="262"/>
            <ac:spMk id="68" creationId="{26E43BB7-74C8-8E16-1D2B-98B6A532B2F1}"/>
          </ac:spMkLst>
        </pc:spChg>
        <pc:spChg chg="mo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69" creationId="{C1CE8BE1-3449-6A6A-766A-FC05894CAD70}"/>
          </ac:spMkLst>
        </pc:spChg>
        <pc:spChg chg="add del mod">
          <ac:chgData name="Leo Hoarty" userId="d2d44a6739d0542d" providerId="LiveId" clId="{12FF9A48-8C51-4E80-9A35-D7228EBB3809}" dt="2023-11-07T23:43:50.278" v="398" actId="478"/>
          <ac:spMkLst>
            <pc:docMk/>
            <pc:sldMk cId="2866852822" sldId="262"/>
            <ac:spMk id="70" creationId="{F195FCA3-868D-5B53-A2FC-DA48BA37B13D}"/>
          </ac:spMkLst>
        </pc:spChg>
        <pc:spChg chg="add mo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71" creationId="{067328BF-CB9A-72F7-349E-047883185D5E}"/>
          </ac:spMkLst>
        </pc:spChg>
        <pc:spChg chg="del">
          <ac:chgData name="Leo Hoarty" userId="d2d44a6739d0542d" providerId="LiveId" clId="{12FF9A48-8C51-4E80-9A35-D7228EBB3809}" dt="2023-11-07T22:10:59.807" v="216" actId="478"/>
          <ac:spMkLst>
            <pc:docMk/>
            <pc:sldMk cId="2866852822" sldId="262"/>
            <ac:spMk id="72" creationId="{95A28B79-39FC-86BF-AE8A-D2C559FEE542}"/>
          </ac:spMkLst>
        </pc:spChg>
        <pc:spChg chg="del">
          <ac:chgData name="Leo Hoarty" userId="d2d44a6739d0542d" providerId="LiveId" clId="{12FF9A48-8C51-4E80-9A35-D7228EBB3809}" dt="2023-11-07T22:10:59.807" v="216" actId="478"/>
          <ac:spMkLst>
            <pc:docMk/>
            <pc:sldMk cId="2866852822" sldId="262"/>
            <ac:spMk id="73" creationId="{698662CC-FAAC-CACC-649A-31DE8F4035C1}"/>
          </ac:spMkLst>
        </pc:spChg>
        <pc:spChg chg="add mo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74" creationId="{9280A0B2-8AD5-E1BD-DDB0-640A7FB64D27}"/>
          </ac:spMkLst>
        </pc:spChg>
        <pc:spChg chg="add mo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80" creationId="{3AEDFEF9-4145-36B6-5BD4-13610E245369}"/>
          </ac:spMkLst>
        </pc:spChg>
        <pc:spChg chg="mo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82" creationId="{B5442490-3469-0DB8-7D77-31C0796C1B52}"/>
          </ac:spMkLst>
        </pc:spChg>
        <pc:spChg chg="mo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85" creationId="{E0F35FD6-AD9F-EC8E-0671-1F3695F2D363}"/>
          </ac:spMkLst>
        </pc:spChg>
        <pc:spChg chg="mo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86" creationId="{7EC6FBCC-9FD0-253D-C4CE-4ADB2BA94888}"/>
          </ac:spMkLst>
        </pc:spChg>
        <pc:spChg chg="mo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87" creationId="{096B9B02-1988-1E02-76B8-C0C422ACD451}"/>
          </ac:spMkLst>
        </pc:spChg>
        <pc:spChg chg="mo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88" creationId="{091BD9A1-F984-6496-2856-EF8423B0BE9D}"/>
          </ac:spMkLst>
        </pc:spChg>
        <pc:spChg chg="mo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89" creationId="{BE25DC28-CAB6-6CB0-E718-D17D9B4C813F}"/>
          </ac:spMkLst>
        </pc:spChg>
        <pc:spChg chg="mo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90" creationId="{842A59CB-222B-FF32-B8C9-175BDB001C6D}"/>
          </ac:spMkLst>
        </pc:spChg>
        <pc:spChg chg="del mod">
          <ac:chgData name="Leo Hoarty" userId="d2d44a6739d0542d" providerId="LiveId" clId="{12FF9A48-8C51-4E80-9A35-D7228EBB3809}" dt="2023-11-07T23:42:55.654" v="389" actId="478"/>
          <ac:spMkLst>
            <pc:docMk/>
            <pc:sldMk cId="2866852822" sldId="262"/>
            <ac:spMk id="92" creationId="{C5192A2A-2497-305C-4319-91471DCEABD3}"/>
          </ac:spMkLst>
        </pc:spChg>
        <pc:spChg chg="del mod">
          <ac:chgData name="Leo Hoarty" userId="d2d44a6739d0542d" providerId="LiveId" clId="{12FF9A48-8C51-4E80-9A35-D7228EBB3809}" dt="2023-11-07T23:42:55.654" v="389" actId="478"/>
          <ac:spMkLst>
            <pc:docMk/>
            <pc:sldMk cId="2866852822" sldId="262"/>
            <ac:spMk id="94" creationId="{089C3575-EF4C-4347-0FD2-6B69730A69C8}"/>
          </ac:spMkLst>
        </pc:spChg>
        <pc:spChg chg="mod or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108" creationId="{96C8AB0A-92C4-7482-026C-DBA27BCB8DCF}"/>
          </ac:spMkLst>
        </pc:spChg>
        <pc:spChg chg="mo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109" creationId="{F2DB01E2-02B4-B34E-7665-67B6FEE87073}"/>
          </ac:spMkLst>
        </pc:spChg>
        <pc:spChg chg="mo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110" creationId="{4B7FF276-251A-26E5-FC1B-CEAEFD3E447B}"/>
          </ac:spMkLst>
        </pc:spChg>
        <pc:spChg chg="mo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111" creationId="{38DF48EA-3AA3-A10F-0E75-5BAD31B00C21}"/>
          </ac:spMkLst>
        </pc:spChg>
        <pc:spChg chg="mo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112" creationId="{B007C4BF-13B2-C380-7913-F0D143443B4F}"/>
          </ac:spMkLst>
        </pc:spChg>
        <pc:spChg chg="mo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113" creationId="{B3DA40FF-C5FF-9232-3BE1-4F9343FE7A65}"/>
          </ac:spMkLst>
        </pc:spChg>
        <pc:spChg chg="mo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114" creationId="{35E8921F-D80B-00D7-D8DD-6A8105B6AAAD}"/>
          </ac:spMkLst>
        </pc:spChg>
        <pc:spChg chg="mod or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124" creationId="{9C309E07-BD5D-40F5-2522-9E8ACDA182CE}"/>
          </ac:spMkLst>
        </pc:spChg>
        <pc:spChg chg="mod or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125" creationId="{4F57908C-7BB2-8F14-BFE1-E75059074535}"/>
          </ac:spMkLst>
        </pc:spChg>
        <pc:spChg chg="mo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126" creationId="{B5E8230D-7B5A-4C43-644F-C564588F816C}"/>
          </ac:spMkLst>
        </pc:spChg>
        <pc:spChg chg="del">
          <ac:chgData name="Leo Hoarty" userId="d2d44a6739d0542d" providerId="LiveId" clId="{12FF9A48-8C51-4E80-9A35-D7228EBB3809}" dt="2023-11-07T22:11:21.484" v="217" actId="478"/>
          <ac:spMkLst>
            <pc:docMk/>
            <pc:sldMk cId="2866852822" sldId="262"/>
            <ac:spMk id="127" creationId="{53B29D9B-021F-B83B-B190-08C56EC66AEE}"/>
          </ac:spMkLst>
        </pc:spChg>
        <pc:spChg chg="mo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137" creationId="{87F18A06-DFC6-EC4D-7545-25F76988504E}"/>
          </ac:spMkLst>
        </pc:spChg>
        <pc:spChg chg="mod or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138" creationId="{B350C786-2AD2-9610-CB2E-A7DE8298A770}"/>
          </ac:spMkLst>
        </pc:spChg>
        <pc:spChg chg="mod or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139" creationId="{0506F576-3B56-C43E-873E-B6EF62B822F8}"/>
          </ac:spMkLst>
        </pc:spChg>
        <pc:spChg chg="mod or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140" creationId="{ACE626B3-DA36-3FA4-E9E7-F5B82E4D0694}"/>
          </ac:spMkLst>
        </pc:spChg>
        <pc:spChg chg="mod or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141" creationId="{FCA4B8F4-E2BD-AEC8-0AB8-9CB6875FB3C4}"/>
          </ac:spMkLst>
        </pc:spChg>
        <pc:spChg chg="mod or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143" creationId="{431B9FBD-DBC8-7827-EAEA-6A305F28E993}"/>
          </ac:spMkLst>
        </pc:spChg>
        <pc:spChg chg="mod or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146" creationId="{2FD5BF67-63DE-FD85-B595-F9F459C3B0FC}"/>
          </ac:spMkLst>
        </pc:spChg>
        <pc:spChg chg="del mod">
          <ac:chgData name="Leo Hoarty" userId="d2d44a6739d0542d" providerId="LiveId" clId="{12FF9A48-8C51-4E80-9A35-D7228EBB3809}" dt="2023-11-07T23:44:28.599" v="401" actId="478"/>
          <ac:spMkLst>
            <pc:docMk/>
            <pc:sldMk cId="2866852822" sldId="262"/>
            <ac:spMk id="154" creationId="{AE578505-10CE-EBB3-2391-7DB9F12774C6}"/>
          </ac:spMkLst>
        </pc:spChg>
        <pc:spChg chg="del mod">
          <ac:chgData name="Leo Hoarty" userId="d2d44a6739d0542d" providerId="LiveId" clId="{12FF9A48-8C51-4E80-9A35-D7228EBB3809}" dt="2023-11-07T23:44:28.599" v="401" actId="478"/>
          <ac:spMkLst>
            <pc:docMk/>
            <pc:sldMk cId="2866852822" sldId="262"/>
            <ac:spMk id="155" creationId="{67EB8654-45CE-0ACD-6EEF-029BF75B8DF8}"/>
          </ac:spMkLst>
        </pc:spChg>
        <pc:spChg chg="del mod">
          <ac:chgData name="Leo Hoarty" userId="d2d44a6739d0542d" providerId="LiveId" clId="{12FF9A48-8C51-4E80-9A35-D7228EBB3809}" dt="2023-11-07T23:44:28.599" v="401" actId="478"/>
          <ac:spMkLst>
            <pc:docMk/>
            <pc:sldMk cId="2866852822" sldId="262"/>
            <ac:spMk id="156" creationId="{2D0BC40F-2091-FCAA-F36C-B05CCD528968}"/>
          </ac:spMkLst>
        </pc:spChg>
        <pc:spChg chg="del mod">
          <ac:chgData name="Leo Hoarty" userId="d2d44a6739d0542d" providerId="LiveId" clId="{12FF9A48-8C51-4E80-9A35-D7228EBB3809}" dt="2023-11-07T23:44:28.599" v="401" actId="478"/>
          <ac:spMkLst>
            <pc:docMk/>
            <pc:sldMk cId="2866852822" sldId="262"/>
            <ac:spMk id="157" creationId="{C27B6344-54F8-35DE-24F4-E9BC89FA2C9E}"/>
          </ac:spMkLst>
        </pc:spChg>
        <pc:spChg chg="del mod">
          <ac:chgData name="Leo Hoarty" userId="d2d44a6739d0542d" providerId="LiveId" clId="{12FF9A48-8C51-4E80-9A35-D7228EBB3809}" dt="2023-11-09T01:05:05.391" v="434" actId="478"/>
          <ac:spMkLst>
            <pc:docMk/>
            <pc:sldMk cId="2866852822" sldId="262"/>
            <ac:spMk id="158" creationId="{CED88C57-3F5F-028E-F317-6D9C4D633565}"/>
          </ac:spMkLst>
        </pc:spChg>
        <pc:spChg chg="mo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160" creationId="{4EA4033C-0BFE-0BCA-68EF-54C827A9378E}"/>
          </ac:spMkLst>
        </pc:spChg>
        <pc:spChg chg="mo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161" creationId="{4C03F004-ABAA-0909-B1F0-77F5E251660B}"/>
          </ac:spMkLst>
        </pc:spChg>
        <pc:spChg chg="mo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162" creationId="{70E97F65-E5CD-9488-C442-3BE26A378BAA}"/>
          </ac:spMkLst>
        </pc:spChg>
        <pc:spChg chg="mo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163" creationId="{2600A631-A542-964A-1C11-A942CC603925}"/>
          </ac:spMkLst>
        </pc:spChg>
        <pc:spChg chg="del mod">
          <ac:chgData name="Leo Hoarty" userId="d2d44a6739d0542d" providerId="LiveId" clId="{12FF9A48-8C51-4E80-9A35-D7228EBB3809}" dt="2023-11-07T23:43:50.278" v="398" actId="478"/>
          <ac:spMkLst>
            <pc:docMk/>
            <pc:sldMk cId="2866852822" sldId="262"/>
            <ac:spMk id="164" creationId="{2F829AE4-126F-B7E7-A152-DE8028E1CC19}"/>
          </ac:spMkLst>
        </pc:spChg>
        <pc:spChg chg="del mod">
          <ac:chgData name="Leo Hoarty" userId="d2d44a6739d0542d" providerId="LiveId" clId="{12FF9A48-8C51-4E80-9A35-D7228EBB3809}" dt="2023-11-07T23:43:50.278" v="398" actId="478"/>
          <ac:spMkLst>
            <pc:docMk/>
            <pc:sldMk cId="2866852822" sldId="262"/>
            <ac:spMk id="165" creationId="{4C5BAD9A-5ECA-E72E-A2F1-4401ECC88534}"/>
          </ac:spMkLst>
        </pc:spChg>
        <pc:spChg chg="del mod">
          <ac:chgData name="Leo Hoarty" userId="d2d44a6739d0542d" providerId="LiveId" clId="{12FF9A48-8C51-4E80-9A35-D7228EBB3809}" dt="2023-11-07T23:43:50.278" v="398" actId="478"/>
          <ac:spMkLst>
            <pc:docMk/>
            <pc:sldMk cId="2866852822" sldId="262"/>
            <ac:spMk id="166" creationId="{2047C33B-A5E8-4767-0DAC-635A04D55B5B}"/>
          </ac:spMkLst>
        </pc:spChg>
        <pc:spChg chg="del mod">
          <ac:chgData name="Leo Hoarty" userId="d2d44a6739d0542d" providerId="LiveId" clId="{12FF9A48-8C51-4E80-9A35-D7228EBB3809}" dt="2023-11-09T01:05:05.391" v="434" actId="478"/>
          <ac:spMkLst>
            <pc:docMk/>
            <pc:sldMk cId="2866852822" sldId="262"/>
            <ac:spMk id="167" creationId="{A7CCA9CB-A4AE-A001-6ADD-186CCD6B6B20}"/>
          </ac:spMkLst>
        </pc:spChg>
        <pc:spChg chg="del mod">
          <ac:chgData name="Leo Hoarty" userId="d2d44a6739d0542d" providerId="LiveId" clId="{12FF9A48-8C51-4E80-9A35-D7228EBB3809}" dt="2023-11-07T23:43:50.278" v="398" actId="478"/>
          <ac:spMkLst>
            <pc:docMk/>
            <pc:sldMk cId="2866852822" sldId="262"/>
            <ac:spMk id="168" creationId="{4A1C2521-449B-D691-3A25-B9E925FA3234}"/>
          </ac:spMkLst>
        </pc:spChg>
        <pc:spChg chg="del mod">
          <ac:chgData name="Leo Hoarty" userId="d2d44a6739d0542d" providerId="LiveId" clId="{12FF9A48-8C51-4E80-9A35-D7228EBB3809}" dt="2023-11-07T23:43:50.278" v="398" actId="478"/>
          <ac:spMkLst>
            <pc:docMk/>
            <pc:sldMk cId="2866852822" sldId="262"/>
            <ac:spMk id="169" creationId="{5DF04730-36EC-33BB-179B-0A428CD35B7C}"/>
          </ac:spMkLst>
        </pc:spChg>
        <pc:spChg chg="del mod">
          <ac:chgData name="Leo Hoarty" userId="d2d44a6739d0542d" providerId="LiveId" clId="{12FF9A48-8C51-4E80-9A35-D7228EBB3809}" dt="2023-11-09T01:05:05.391" v="434" actId="478"/>
          <ac:spMkLst>
            <pc:docMk/>
            <pc:sldMk cId="2866852822" sldId="262"/>
            <ac:spMk id="170" creationId="{B0E6DCC2-EAAB-6E11-79BF-F8E88C9A24BE}"/>
          </ac:spMkLst>
        </pc:spChg>
        <pc:spChg chg="del mod">
          <ac:chgData name="Leo Hoarty" userId="d2d44a6739d0542d" providerId="LiveId" clId="{12FF9A48-8C51-4E80-9A35-D7228EBB3809}" dt="2023-11-07T23:43:50.278" v="398" actId="478"/>
          <ac:spMkLst>
            <pc:docMk/>
            <pc:sldMk cId="2866852822" sldId="262"/>
            <ac:spMk id="172" creationId="{4B306B43-E21A-29E0-6600-1BC90F441C32}"/>
          </ac:spMkLst>
        </pc:spChg>
        <pc:spChg chg="del mod">
          <ac:chgData name="Leo Hoarty" userId="d2d44a6739d0542d" providerId="LiveId" clId="{12FF9A48-8C51-4E80-9A35-D7228EBB3809}" dt="2023-11-07T23:43:50.278" v="398" actId="478"/>
          <ac:spMkLst>
            <pc:docMk/>
            <pc:sldMk cId="2866852822" sldId="262"/>
            <ac:spMk id="173" creationId="{0843E021-4F71-2D4F-FDA2-511CACF36472}"/>
          </ac:spMkLst>
        </pc:spChg>
        <pc:spChg chg="del mod">
          <ac:chgData name="Leo Hoarty" userId="d2d44a6739d0542d" providerId="LiveId" clId="{12FF9A48-8C51-4E80-9A35-D7228EBB3809}" dt="2023-11-09T01:05:05.391" v="434" actId="478"/>
          <ac:spMkLst>
            <pc:docMk/>
            <pc:sldMk cId="2866852822" sldId="262"/>
            <ac:spMk id="174" creationId="{BD6C6427-4C79-A962-FD93-6371E212928F}"/>
          </ac:spMkLst>
        </pc:spChg>
        <pc:spChg chg="mo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182" creationId="{C754791F-27EC-DBCB-B8CE-050F91E6F174}"/>
          </ac:spMkLst>
        </pc:spChg>
        <pc:spChg chg="mo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183" creationId="{540D606A-8060-70DB-78F0-136096A145AD}"/>
          </ac:spMkLst>
        </pc:spChg>
        <pc:spChg chg="mo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184" creationId="{45913A2E-0B4C-9255-7822-F5BD913F43F7}"/>
          </ac:spMkLst>
        </pc:spChg>
        <pc:spChg chg="mo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185" creationId="{329BDAD0-BC50-5A20-C5D7-ACA80701E93F}"/>
          </ac:spMkLst>
        </pc:spChg>
        <pc:spChg chg="mo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186" creationId="{DA61A7B4-380D-B1CD-0998-43B5D460226D}"/>
          </ac:spMkLst>
        </pc:spChg>
        <pc:spChg chg="mod">
          <ac:chgData name="Leo Hoarty" userId="d2d44a6739d0542d" providerId="LiveId" clId="{12FF9A48-8C51-4E80-9A35-D7228EBB3809}" dt="2023-11-09T19:10:34.394" v="440" actId="164"/>
          <ac:spMkLst>
            <pc:docMk/>
            <pc:sldMk cId="2866852822" sldId="262"/>
            <ac:spMk id="187" creationId="{8FBBAC90-5575-D731-1602-3BCD7C092CC4}"/>
          </ac:spMkLst>
        </pc:spChg>
        <pc:spChg chg="del mod">
          <ac:chgData name="Leo Hoarty" userId="d2d44a6739d0542d" providerId="LiveId" clId="{12FF9A48-8C51-4E80-9A35-D7228EBB3809}" dt="2023-11-06T22:30:52.347" v="129" actId="478"/>
          <ac:spMkLst>
            <pc:docMk/>
            <pc:sldMk cId="2866852822" sldId="262"/>
            <ac:spMk id="188" creationId="{DDBC45ED-6EAB-ACEC-6309-2DFE7CC51219}"/>
          </ac:spMkLst>
        </pc:spChg>
        <pc:spChg chg="del mod ord">
          <ac:chgData name="Leo Hoarty" userId="d2d44a6739d0542d" providerId="LiveId" clId="{12FF9A48-8C51-4E80-9A35-D7228EBB3809}" dt="2023-11-07T23:42:55.654" v="389" actId="478"/>
          <ac:spMkLst>
            <pc:docMk/>
            <pc:sldMk cId="2866852822" sldId="262"/>
            <ac:spMk id="189" creationId="{F4FE2E30-0A0C-2232-BA40-4E69DE43630D}"/>
          </ac:spMkLst>
        </pc:spChg>
        <pc:grpChg chg="add del mod ord">
          <ac:chgData name="Leo Hoarty" userId="d2d44a6739d0542d" providerId="LiveId" clId="{12FF9A48-8C51-4E80-9A35-D7228EBB3809}" dt="2023-11-06T22:36:07.290" v="191" actId="165"/>
          <ac:grpSpMkLst>
            <pc:docMk/>
            <pc:sldMk cId="2866852822" sldId="262"/>
            <ac:grpSpMk id="12" creationId="{BF50D8EF-8C80-44D2-046B-72ED23A00332}"/>
          </ac:grpSpMkLst>
        </pc:grpChg>
        <pc:grpChg chg="add del mod">
          <ac:chgData name="Leo Hoarty" userId="d2d44a6739d0542d" providerId="LiveId" clId="{12FF9A48-8C51-4E80-9A35-D7228EBB3809}" dt="2023-11-06T22:35:29.232" v="166" actId="165"/>
          <ac:grpSpMkLst>
            <pc:docMk/>
            <pc:sldMk cId="2866852822" sldId="262"/>
            <ac:grpSpMk id="13" creationId="{A41F27A9-6B6A-09C5-CC3F-38349EAE131E}"/>
          </ac:grpSpMkLst>
        </pc:grpChg>
        <pc:grpChg chg="add mod">
          <ac:chgData name="Leo Hoarty" userId="d2d44a6739d0542d" providerId="LiveId" clId="{12FF9A48-8C51-4E80-9A35-D7228EBB3809}" dt="2023-11-09T19:10:34.394" v="440" actId="164"/>
          <ac:grpSpMkLst>
            <pc:docMk/>
            <pc:sldMk cId="2866852822" sldId="262"/>
            <ac:grpSpMk id="33" creationId="{B543D0B8-E8FF-51C2-EB77-760D99D55691}"/>
          </ac:grpSpMkLst>
        </pc:grpChg>
        <pc:grpChg chg="add del mod">
          <ac:chgData name="Leo Hoarty" userId="d2d44a6739d0542d" providerId="LiveId" clId="{12FF9A48-8C51-4E80-9A35-D7228EBB3809}" dt="2023-11-06T22:34:55.792" v="157" actId="165"/>
          <ac:grpSpMkLst>
            <pc:docMk/>
            <pc:sldMk cId="2866852822" sldId="262"/>
            <ac:grpSpMk id="44" creationId="{A626381A-A557-5FC0-C2D9-A9385B4B8D57}"/>
          </ac:grpSpMkLst>
        </pc:grpChg>
        <pc:cxnChg chg="mod">
          <ac:chgData name="Leo Hoarty" userId="d2d44a6739d0542d" providerId="LiveId" clId="{12FF9A48-8C51-4E80-9A35-D7228EBB3809}" dt="2023-11-09T19:10:34.394" v="440" actId="164"/>
          <ac:cxnSpMkLst>
            <pc:docMk/>
            <pc:sldMk cId="2866852822" sldId="262"/>
            <ac:cxnSpMk id="15" creationId="{F04C2B45-375F-E4CD-28EE-2C5B21E0652A}"/>
          </ac:cxnSpMkLst>
        </pc:cxnChg>
        <pc:cxnChg chg="mod">
          <ac:chgData name="Leo Hoarty" userId="d2d44a6739d0542d" providerId="LiveId" clId="{12FF9A48-8C51-4E80-9A35-D7228EBB3809}" dt="2023-11-09T19:10:34.394" v="440" actId="164"/>
          <ac:cxnSpMkLst>
            <pc:docMk/>
            <pc:sldMk cId="2866852822" sldId="262"/>
            <ac:cxnSpMk id="26" creationId="{B244FD8A-2DED-F8E6-8272-CD4F4FC5C33D}"/>
          </ac:cxnSpMkLst>
        </pc:cxnChg>
        <pc:cxnChg chg="mod">
          <ac:chgData name="Leo Hoarty" userId="d2d44a6739d0542d" providerId="LiveId" clId="{12FF9A48-8C51-4E80-9A35-D7228EBB3809}" dt="2023-11-09T19:10:34.394" v="440" actId="164"/>
          <ac:cxnSpMkLst>
            <pc:docMk/>
            <pc:sldMk cId="2866852822" sldId="262"/>
            <ac:cxnSpMk id="27" creationId="{ABF00811-C7B4-2DE0-5415-FD2B2FBDF152}"/>
          </ac:cxnSpMkLst>
        </pc:cxnChg>
        <pc:cxnChg chg="mod">
          <ac:chgData name="Leo Hoarty" userId="d2d44a6739d0542d" providerId="LiveId" clId="{12FF9A48-8C51-4E80-9A35-D7228EBB3809}" dt="2023-11-09T19:10:34.394" v="440" actId="164"/>
          <ac:cxnSpMkLst>
            <pc:docMk/>
            <pc:sldMk cId="2866852822" sldId="262"/>
            <ac:cxnSpMk id="28" creationId="{1D3E5C4A-EBA7-C244-EAEB-D4179BAF3EAC}"/>
          </ac:cxnSpMkLst>
        </pc:cxnChg>
        <pc:cxnChg chg="mod">
          <ac:chgData name="Leo Hoarty" userId="d2d44a6739d0542d" providerId="LiveId" clId="{12FF9A48-8C51-4E80-9A35-D7228EBB3809}" dt="2023-11-09T19:10:34.394" v="440" actId="164"/>
          <ac:cxnSpMkLst>
            <pc:docMk/>
            <pc:sldMk cId="2866852822" sldId="262"/>
            <ac:cxnSpMk id="29" creationId="{BA5C9AB9-FB1F-CC9F-3DCF-A29EC0298FE2}"/>
          </ac:cxnSpMkLst>
        </pc:cxnChg>
        <pc:cxnChg chg="mod">
          <ac:chgData name="Leo Hoarty" userId="d2d44a6739d0542d" providerId="LiveId" clId="{12FF9A48-8C51-4E80-9A35-D7228EBB3809}" dt="2023-11-09T19:10:34.394" v="440" actId="164"/>
          <ac:cxnSpMkLst>
            <pc:docMk/>
            <pc:sldMk cId="2866852822" sldId="262"/>
            <ac:cxnSpMk id="30" creationId="{1EBCDAC9-D07F-B87C-B697-D23ADBBB889A}"/>
          </ac:cxnSpMkLst>
        </pc:cxnChg>
        <pc:cxnChg chg="del">
          <ac:chgData name="Leo Hoarty" userId="d2d44a6739d0542d" providerId="LiveId" clId="{12FF9A48-8C51-4E80-9A35-D7228EBB3809}" dt="2023-11-07T22:11:24.235" v="219" actId="478"/>
          <ac:cxnSpMkLst>
            <pc:docMk/>
            <pc:sldMk cId="2866852822" sldId="262"/>
            <ac:cxnSpMk id="57" creationId="{1C3C38AC-705A-216B-297E-38F5C27B7A45}"/>
          </ac:cxnSpMkLst>
        </pc:cxnChg>
        <pc:cxnChg chg="del">
          <ac:chgData name="Leo Hoarty" userId="d2d44a6739d0542d" providerId="LiveId" clId="{12FF9A48-8C51-4E80-9A35-D7228EBB3809}" dt="2023-11-07T22:11:23.290" v="218" actId="478"/>
          <ac:cxnSpMkLst>
            <pc:docMk/>
            <pc:sldMk cId="2866852822" sldId="262"/>
            <ac:cxnSpMk id="58" creationId="{78BA5124-1439-05B3-DE95-C9437E0D7A32}"/>
          </ac:cxnSpMkLst>
        </pc:cxnChg>
        <pc:cxnChg chg="del">
          <ac:chgData name="Leo Hoarty" userId="d2d44a6739d0542d" providerId="LiveId" clId="{12FF9A48-8C51-4E80-9A35-D7228EBB3809}" dt="2023-11-07T22:11:24.943" v="220" actId="478"/>
          <ac:cxnSpMkLst>
            <pc:docMk/>
            <pc:sldMk cId="2866852822" sldId="262"/>
            <ac:cxnSpMk id="62" creationId="{44ABBEA9-FC34-4E51-85F0-A094ECCBA173}"/>
          </ac:cxnSpMkLst>
        </pc:cxnChg>
        <pc:cxnChg chg="add mod">
          <ac:chgData name="Leo Hoarty" userId="d2d44a6739d0542d" providerId="LiveId" clId="{12FF9A48-8C51-4E80-9A35-D7228EBB3809}" dt="2023-11-09T19:10:34.394" v="440" actId="164"/>
          <ac:cxnSpMkLst>
            <pc:docMk/>
            <pc:sldMk cId="2866852822" sldId="262"/>
            <ac:cxnSpMk id="76" creationId="{F62661E7-B0DC-1F7E-71D3-AFEB3C7EB2F7}"/>
          </ac:cxnSpMkLst>
        </pc:cxnChg>
        <pc:cxnChg chg="add mod">
          <ac:chgData name="Leo Hoarty" userId="d2d44a6739d0542d" providerId="LiveId" clId="{12FF9A48-8C51-4E80-9A35-D7228EBB3809}" dt="2023-11-09T19:10:34.394" v="440" actId="164"/>
          <ac:cxnSpMkLst>
            <pc:docMk/>
            <pc:sldMk cId="2866852822" sldId="262"/>
            <ac:cxnSpMk id="78" creationId="{FEF6B718-C931-6A5A-9C42-72600059DA46}"/>
          </ac:cxnSpMkLst>
        </pc:cxnChg>
        <pc:cxnChg chg="mod">
          <ac:chgData name="Leo Hoarty" userId="d2d44a6739d0542d" providerId="LiveId" clId="{12FF9A48-8C51-4E80-9A35-D7228EBB3809}" dt="2023-11-09T19:10:34.394" v="440" actId="164"/>
          <ac:cxnSpMkLst>
            <pc:docMk/>
            <pc:sldMk cId="2866852822" sldId="262"/>
            <ac:cxnSpMk id="83" creationId="{14AD8121-B5DB-18A8-2230-2D532222514B}"/>
          </ac:cxnSpMkLst>
        </pc:cxnChg>
        <pc:cxnChg chg="mod">
          <ac:chgData name="Leo Hoarty" userId="d2d44a6739d0542d" providerId="LiveId" clId="{12FF9A48-8C51-4E80-9A35-D7228EBB3809}" dt="2023-11-09T19:10:34.394" v="440" actId="164"/>
          <ac:cxnSpMkLst>
            <pc:docMk/>
            <pc:sldMk cId="2866852822" sldId="262"/>
            <ac:cxnSpMk id="84" creationId="{5FE15602-B796-CDB2-2215-40A555A18BA3}"/>
          </ac:cxnSpMkLst>
        </pc:cxnChg>
        <pc:cxnChg chg="mod">
          <ac:chgData name="Leo Hoarty" userId="d2d44a6739d0542d" providerId="LiveId" clId="{12FF9A48-8C51-4E80-9A35-D7228EBB3809}" dt="2023-11-09T19:10:34.394" v="440" actId="164"/>
          <ac:cxnSpMkLst>
            <pc:docMk/>
            <pc:sldMk cId="2866852822" sldId="262"/>
            <ac:cxnSpMk id="93" creationId="{254FA664-33C6-0C89-8E20-460B3422A923}"/>
          </ac:cxnSpMkLst>
        </pc:cxnChg>
        <pc:cxnChg chg="mod">
          <ac:chgData name="Leo Hoarty" userId="d2d44a6739d0542d" providerId="LiveId" clId="{12FF9A48-8C51-4E80-9A35-D7228EBB3809}" dt="2023-11-09T19:10:34.394" v="440" actId="164"/>
          <ac:cxnSpMkLst>
            <pc:docMk/>
            <pc:sldMk cId="2866852822" sldId="262"/>
            <ac:cxnSpMk id="98" creationId="{59AC9266-04A9-3C18-B955-7C087947645A}"/>
          </ac:cxnSpMkLst>
        </pc:cxnChg>
        <pc:cxnChg chg="mod">
          <ac:chgData name="Leo Hoarty" userId="d2d44a6739d0542d" providerId="LiveId" clId="{12FF9A48-8C51-4E80-9A35-D7228EBB3809}" dt="2023-11-09T19:10:34.394" v="440" actId="164"/>
          <ac:cxnSpMkLst>
            <pc:docMk/>
            <pc:sldMk cId="2866852822" sldId="262"/>
            <ac:cxnSpMk id="100" creationId="{FFF21DEC-397B-B1F1-19AB-C5CA6D92A165}"/>
          </ac:cxnSpMkLst>
        </pc:cxnChg>
        <pc:cxnChg chg="mod">
          <ac:chgData name="Leo Hoarty" userId="d2d44a6739d0542d" providerId="LiveId" clId="{12FF9A48-8C51-4E80-9A35-D7228EBB3809}" dt="2023-11-09T19:10:34.394" v="440" actId="164"/>
          <ac:cxnSpMkLst>
            <pc:docMk/>
            <pc:sldMk cId="2866852822" sldId="262"/>
            <ac:cxnSpMk id="102" creationId="{350D9629-A604-8055-E81D-5C254DB01414}"/>
          </ac:cxnSpMkLst>
        </pc:cxnChg>
        <pc:cxnChg chg="mod">
          <ac:chgData name="Leo Hoarty" userId="d2d44a6739d0542d" providerId="LiveId" clId="{12FF9A48-8C51-4E80-9A35-D7228EBB3809}" dt="2023-11-09T19:10:34.394" v="440" actId="164"/>
          <ac:cxnSpMkLst>
            <pc:docMk/>
            <pc:sldMk cId="2866852822" sldId="262"/>
            <ac:cxnSpMk id="103" creationId="{876C1D4C-946A-1B1E-2E6A-B0582FAB4BE3}"/>
          </ac:cxnSpMkLst>
        </pc:cxnChg>
        <pc:cxnChg chg="mod">
          <ac:chgData name="Leo Hoarty" userId="d2d44a6739d0542d" providerId="LiveId" clId="{12FF9A48-8C51-4E80-9A35-D7228EBB3809}" dt="2023-11-09T19:10:34.394" v="440" actId="164"/>
          <ac:cxnSpMkLst>
            <pc:docMk/>
            <pc:sldMk cId="2866852822" sldId="262"/>
            <ac:cxnSpMk id="105" creationId="{9A666347-BA40-B1D0-FFD8-F7DC1B5EC7C1}"/>
          </ac:cxnSpMkLst>
        </pc:cxnChg>
        <pc:cxnChg chg="mod">
          <ac:chgData name="Leo Hoarty" userId="d2d44a6739d0542d" providerId="LiveId" clId="{12FF9A48-8C51-4E80-9A35-D7228EBB3809}" dt="2023-11-09T19:10:34.394" v="440" actId="164"/>
          <ac:cxnSpMkLst>
            <pc:docMk/>
            <pc:sldMk cId="2866852822" sldId="262"/>
            <ac:cxnSpMk id="107" creationId="{2D8B983E-A459-2819-2073-D5494C2E4314}"/>
          </ac:cxnSpMkLst>
        </pc:cxnChg>
        <pc:cxnChg chg="del">
          <ac:chgData name="Leo Hoarty" userId="d2d44a6739d0542d" providerId="LiveId" clId="{12FF9A48-8C51-4E80-9A35-D7228EBB3809}" dt="2023-11-07T23:46:22.297" v="408" actId="478"/>
          <ac:cxnSpMkLst>
            <pc:docMk/>
            <pc:sldMk cId="2866852822" sldId="262"/>
            <ac:cxnSpMk id="118" creationId="{1650E25D-BA3D-58B5-7132-82F73D0FA9BA}"/>
          </ac:cxnSpMkLst>
        </pc:cxnChg>
        <pc:cxnChg chg="del mod">
          <ac:chgData name="Leo Hoarty" userId="d2d44a6739d0542d" providerId="LiveId" clId="{12FF9A48-8C51-4E80-9A35-D7228EBB3809}" dt="2023-11-07T23:46:22.297" v="408" actId="478"/>
          <ac:cxnSpMkLst>
            <pc:docMk/>
            <pc:sldMk cId="2866852822" sldId="262"/>
            <ac:cxnSpMk id="119" creationId="{1E04BE63-BFF3-C7CF-DACC-3F70DFD2D625}"/>
          </ac:cxnSpMkLst>
        </pc:cxnChg>
        <pc:cxnChg chg="del mod">
          <ac:chgData name="Leo Hoarty" userId="d2d44a6739d0542d" providerId="LiveId" clId="{12FF9A48-8C51-4E80-9A35-D7228EBB3809}" dt="2023-11-07T23:46:22.297" v="408" actId="478"/>
          <ac:cxnSpMkLst>
            <pc:docMk/>
            <pc:sldMk cId="2866852822" sldId="262"/>
            <ac:cxnSpMk id="123" creationId="{897F9D16-5175-E7B6-3E11-72EAA1EE26E3}"/>
          </ac:cxnSpMkLst>
        </pc:cxnChg>
        <pc:cxnChg chg="del">
          <ac:chgData name="Leo Hoarty" userId="d2d44a6739d0542d" providerId="LiveId" clId="{12FF9A48-8C51-4E80-9A35-D7228EBB3809}" dt="2023-11-06T22:37:18.451" v="200" actId="478"/>
          <ac:cxnSpMkLst>
            <pc:docMk/>
            <pc:sldMk cId="2866852822" sldId="262"/>
            <ac:cxnSpMk id="181" creationId="{2BD86749-CBCD-3301-2316-9F94F973399F}"/>
          </ac:cxnSpMkLst>
        </pc:cxnChg>
      </pc:sldChg>
    </pc:docChg>
  </pc:docChgLst>
  <pc:docChgLst>
    <pc:chgData name="Leo Hoarty" userId="d2d44a6739d0542d" providerId="LiveId" clId="{7E5D718A-5BD3-4726-9098-EDB1D15F455A}"/>
    <pc:docChg chg="undo redo custSel addSld modSld">
      <pc:chgData name="Leo Hoarty" userId="d2d44a6739d0542d" providerId="LiveId" clId="{7E5D718A-5BD3-4726-9098-EDB1D15F455A}" dt="2023-11-30T00:19:29.061" v="493" actId="14100"/>
      <pc:docMkLst>
        <pc:docMk/>
      </pc:docMkLst>
      <pc:sldChg chg="addSp delSp modSp mod">
        <pc:chgData name="Leo Hoarty" userId="d2d44a6739d0542d" providerId="LiveId" clId="{7E5D718A-5BD3-4726-9098-EDB1D15F455A}" dt="2023-11-30T00:15:51.941" v="445" actId="478"/>
        <pc:sldMkLst>
          <pc:docMk/>
          <pc:sldMk cId="2866852822" sldId="262"/>
        </pc:sldMkLst>
        <pc:spChg chg="add mod">
          <ac:chgData name="Leo Hoarty" userId="d2d44a6739d0542d" providerId="LiveId" clId="{7E5D718A-5BD3-4726-9098-EDB1D15F455A}" dt="2023-11-29T23:34:24.054" v="8" actId="1076"/>
          <ac:spMkLst>
            <pc:docMk/>
            <pc:sldMk cId="2866852822" sldId="262"/>
            <ac:spMk id="40" creationId="{CE2468E0-602A-AE6A-7C7C-20A42938DBDE}"/>
          </ac:spMkLst>
        </pc:spChg>
        <pc:spChg chg="add mod">
          <ac:chgData name="Leo Hoarty" userId="d2d44a6739d0542d" providerId="LiveId" clId="{7E5D718A-5BD3-4726-9098-EDB1D15F455A}" dt="2023-11-29T23:34:30.520" v="13" actId="1038"/>
          <ac:spMkLst>
            <pc:docMk/>
            <pc:sldMk cId="2866852822" sldId="262"/>
            <ac:spMk id="41" creationId="{9D2088FA-10EB-9917-3946-7022C614BFF5}"/>
          </ac:spMkLst>
        </pc:spChg>
        <pc:picChg chg="add del mod">
          <ac:chgData name="Leo Hoarty" userId="d2d44a6739d0542d" providerId="LiveId" clId="{7E5D718A-5BD3-4726-9098-EDB1D15F455A}" dt="2023-11-30T00:15:51.941" v="445" actId="478"/>
          <ac:picMkLst>
            <pc:docMk/>
            <pc:sldMk cId="2866852822" sldId="262"/>
            <ac:picMk id="44" creationId="{A6DC53B0-A90F-2F8C-989F-0985515F4F5E}"/>
          </ac:picMkLst>
        </pc:picChg>
      </pc:sldChg>
      <pc:sldChg chg="addSp delSp modSp mod">
        <pc:chgData name="Leo Hoarty" userId="d2d44a6739d0542d" providerId="LiveId" clId="{7E5D718A-5BD3-4726-9098-EDB1D15F455A}" dt="2023-11-30T00:10:57.513" v="415" actId="1035"/>
        <pc:sldMkLst>
          <pc:docMk/>
          <pc:sldMk cId="1526442470" sldId="263"/>
        </pc:sldMkLst>
        <pc:spChg chg="del">
          <ac:chgData name="Leo Hoarty" userId="d2d44a6739d0542d" providerId="LiveId" clId="{7E5D718A-5BD3-4726-9098-EDB1D15F455A}" dt="2023-11-29T23:59:32.048" v="217" actId="478"/>
          <ac:spMkLst>
            <pc:docMk/>
            <pc:sldMk cId="1526442470" sldId="263"/>
            <ac:spMk id="3" creationId="{6E66B6C1-5FDB-E070-741C-34173E4853BA}"/>
          </ac:spMkLst>
        </pc:spChg>
        <pc:spChg chg="mod">
          <ac:chgData name="Leo Hoarty" userId="d2d44a6739d0542d" providerId="LiveId" clId="{7E5D718A-5BD3-4726-9098-EDB1D15F455A}" dt="2023-11-30T00:02:03.189" v="298" actId="1076"/>
          <ac:spMkLst>
            <pc:docMk/>
            <pc:sldMk cId="1526442470" sldId="263"/>
            <ac:spMk id="7" creationId="{AD930ACE-0327-9B8F-8305-0BB075721C98}"/>
          </ac:spMkLst>
        </pc:spChg>
        <pc:spChg chg="del">
          <ac:chgData name="Leo Hoarty" userId="d2d44a6739d0542d" providerId="LiveId" clId="{7E5D718A-5BD3-4726-9098-EDB1D15F455A}" dt="2023-11-29T23:59:32.048" v="217" actId="478"/>
          <ac:spMkLst>
            <pc:docMk/>
            <pc:sldMk cId="1526442470" sldId="263"/>
            <ac:spMk id="8" creationId="{8AC9530D-9ADB-F827-CA90-F44D36DD2C5F}"/>
          </ac:spMkLst>
        </pc:spChg>
        <pc:spChg chg="del">
          <ac:chgData name="Leo Hoarty" userId="d2d44a6739d0542d" providerId="LiveId" clId="{7E5D718A-5BD3-4726-9098-EDB1D15F455A}" dt="2023-11-29T23:59:32.048" v="217" actId="478"/>
          <ac:spMkLst>
            <pc:docMk/>
            <pc:sldMk cId="1526442470" sldId="263"/>
            <ac:spMk id="9" creationId="{ED7B5943-C3BC-EEB8-5379-A4B062DB5560}"/>
          </ac:spMkLst>
        </pc:spChg>
        <pc:spChg chg="mod">
          <ac:chgData name="Leo Hoarty" userId="d2d44a6739d0542d" providerId="LiveId" clId="{7E5D718A-5BD3-4726-9098-EDB1D15F455A}" dt="2023-11-29T23:59:42.932" v="218" actId="12789"/>
          <ac:spMkLst>
            <pc:docMk/>
            <pc:sldMk cId="1526442470" sldId="263"/>
            <ac:spMk id="10" creationId="{FE06C453-6FC4-3F35-B5F9-BBB20B8B11BC}"/>
          </ac:spMkLst>
        </pc:spChg>
        <pc:spChg chg="add mod">
          <ac:chgData name="Leo Hoarty" userId="d2d44a6739d0542d" providerId="LiveId" clId="{7E5D718A-5BD3-4726-9098-EDB1D15F455A}" dt="2023-11-30T00:10:17.975" v="408" actId="6549"/>
          <ac:spMkLst>
            <pc:docMk/>
            <pc:sldMk cId="1526442470" sldId="263"/>
            <ac:spMk id="11" creationId="{5F95BF0F-37A2-9B75-19AF-73DD34374913}"/>
          </ac:spMkLst>
        </pc:spChg>
        <pc:spChg chg="del">
          <ac:chgData name="Leo Hoarty" userId="d2d44a6739d0542d" providerId="LiveId" clId="{7E5D718A-5BD3-4726-9098-EDB1D15F455A}" dt="2023-11-29T23:59:23.521" v="216" actId="478"/>
          <ac:spMkLst>
            <pc:docMk/>
            <pc:sldMk cId="1526442470" sldId="263"/>
            <ac:spMk id="11" creationId="{C41B245C-60A2-EEF6-2C97-B1E323CA5BB0}"/>
          </ac:spMkLst>
        </pc:spChg>
        <pc:spChg chg="del">
          <ac:chgData name="Leo Hoarty" userId="d2d44a6739d0542d" providerId="LiveId" clId="{7E5D718A-5BD3-4726-9098-EDB1D15F455A}" dt="2023-11-29T23:57:07.520" v="180" actId="478"/>
          <ac:spMkLst>
            <pc:docMk/>
            <pc:sldMk cId="1526442470" sldId="263"/>
            <ac:spMk id="14" creationId="{37CC177E-B6F3-9CFB-B878-653EEF839BA4}"/>
          </ac:spMkLst>
        </pc:spChg>
        <pc:spChg chg="mod">
          <ac:chgData name="Leo Hoarty" userId="d2d44a6739d0542d" providerId="LiveId" clId="{7E5D718A-5BD3-4726-9098-EDB1D15F455A}" dt="2023-11-30T00:01:55.310" v="297" actId="1038"/>
          <ac:spMkLst>
            <pc:docMk/>
            <pc:sldMk cId="1526442470" sldId="263"/>
            <ac:spMk id="16" creationId="{CA0755EE-0F0F-1C69-99E4-0E8ECD03D4F5}"/>
          </ac:spMkLst>
        </pc:spChg>
        <pc:spChg chg="mod">
          <ac:chgData name="Leo Hoarty" userId="d2d44a6739d0542d" providerId="LiveId" clId="{7E5D718A-5BD3-4726-9098-EDB1D15F455A}" dt="2023-11-30T00:02:31.486" v="303" actId="1076"/>
          <ac:spMkLst>
            <pc:docMk/>
            <pc:sldMk cId="1526442470" sldId="263"/>
            <ac:spMk id="17" creationId="{1C678427-8545-52A7-E7A7-C088E6217D1F}"/>
          </ac:spMkLst>
        </pc:spChg>
        <pc:spChg chg="add del mod">
          <ac:chgData name="Leo Hoarty" userId="d2d44a6739d0542d" providerId="LiveId" clId="{7E5D718A-5BD3-4726-9098-EDB1D15F455A}" dt="2023-11-29T23:57:25.481" v="186"/>
          <ac:spMkLst>
            <pc:docMk/>
            <pc:sldMk cId="1526442470" sldId="263"/>
            <ac:spMk id="18" creationId="{9588E6E7-A1DC-2DF2-0C25-DFE2771F44BF}"/>
          </ac:spMkLst>
        </pc:spChg>
        <pc:spChg chg="add del mod">
          <ac:chgData name="Leo Hoarty" userId="d2d44a6739d0542d" providerId="LiveId" clId="{7E5D718A-5BD3-4726-9098-EDB1D15F455A}" dt="2023-11-29T23:57:25.481" v="186"/>
          <ac:spMkLst>
            <pc:docMk/>
            <pc:sldMk cId="1526442470" sldId="263"/>
            <ac:spMk id="21" creationId="{73E9612F-3336-6FE3-D474-5E9B70F68E5A}"/>
          </ac:spMkLst>
        </pc:spChg>
        <pc:spChg chg="mod">
          <ac:chgData name="Leo Hoarty" userId="d2d44a6739d0542d" providerId="LiveId" clId="{7E5D718A-5BD3-4726-9098-EDB1D15F455A}" dt="2023-11-30T00:10:57.513" v="415" actId="1035"/>
          <ac:spMkLst>
            <pc:docMk/>
            <pc:sldMk cId="1526442470" sldId="263"/>
            <ac:spMk id="22" creationId="{553C131C-8192-920C-AF7A-61A5B6A9829D}"/>
          </ac:spMkLst>
        </pc:spChg>
        <pc:spChg chg="add del mod">
          <ac:chgData name="Leo Hoarty" userId="d2d44a6739d0542d" providerId="LiveId" clId="{7E5D718A-5BD3-4726-9098-EDB1D15F455A}" dt="2023-11-29T23:57:25.481" v="186"/>
          <ac:spMkLst>
            <pc:docMk/>
            <pc:sldMk cId="1526442470" sldId="263"/>
            <ac:spMk id="23" creationId="{E6B50150-49C5-F24F-E078-84F9DC0B3DE6}"/>
          </ac:spMkLst>
        </pc:spChg>
        <pc:spChg chg="del">
          <ac:chgData name="Leo Hoarty" userId="d2d44a6739d0542d" providerId="LiveId" clId="{7E5D718A-5BD3-4726-9098-EDB1D15F455A}" dt="2023-11-29T23:57:09.946" v="181" actId="478"/>
          <ac:spMkLst>
            <pc:docMk/>
            <pc:sldMk cId="1526442470" sldId="263"/>
            <ac:spMk id="24" creationId="{0C96B8CB-897F-A871-9149-B573C0570295}"/>
          </ac:spMkLst>
        </pc:spChg>
        <pc:spChg chg="add del mod">
          <ac:chgData name="Leo Hoarty" userId="d2d44a6739d0542d" providerId="LiveId" clId="{7E5D718A-5BD3-4726-9098-EDB1D15F455A}" dt="2023-11-29T23:57:25.481" v="186"/>
          <ac:spMkLst>
            <pc:docMk/>
            <pc:sldMk cId="1526442470" sldId="263"/>
            <ac:spMk id="25" creationId="{EC90E52C-CA0B-D934-8E5E-5BCE0974E4F8}"/>
          </ac:spMkLst>
        </pc:spChg>
        <pc:spChg chg="add del mod">
          <ac:chgData name="Leo Hoarty" userId="d2d44a6739d0542d" providerId="LiveId" clId="{7E5D718A-5BD3-4726-9098-EDB1D15F455A}" dt="2023-11-29T23:57:25.481" v="186"/>
          <ac:spMkLst>
            <pc:docMk/>
            <pc:sldMk cId="1526442470" sldId="263"/>
            <ac:spMk id="26" creationId="{5CF17663-181C-708D-C473-549EAEA14103}"/>
          </ac:spMkLst>
        </pc:spChg>
        <pc:spChg chg="add del mod">
          <ac:chgData name="Leo Hoarty" userId="d2d44a6739d0542d" providerId="LiveId" clId="{7E5D718A-5BD3-4726-9098-EDB1D15F455A}" dt="2023-11-29T23:57:25.481" v="186"/>
          <ac:spMkLst>
            <pc:docMk/>
            <pc:sldMk cId="1526442470" sldId="263"/>
            <ac:spMk id="27" creationId="{B3974607-FB4D-01CF-9AEB-16244F56C5B3}"/>
          </ac:spMkLst>
        </pc:spChg>
        <pc:spChg chg="add del mod">
          <ac:chgData name="Leo Hoarty" userId="d2d44a6739d0542d" providerId="LiveId" clId="{7E5D718A-5BD3-4726-9098-EDB1D15F455A}" dt="2023-11-29T23:57:25.481" v="186"/>
          <ac:spMkLst>
            <pc:docMk/>
            <pc:sldMk cId="1526442470" sldId="263"/>
            <ac:spMk id="28" creationId="{E5D1B1C1-8271-BD69-9996-67AA5E6D2C7B}"/>
          </ac:spMkLst>
        </pc:spChg>
        <pc:spChg chg="add del mod">
          <ac:chgData name="Leo Hoarty" userId="d2d44a6739d0542d" providerId="LiveId" clId="{7E5D718A-5BD3-4726-9098-EDB1D15F455A}" dt="2023-11-29T23:57:25.481" v="186"/>
          <ac:spMkLst>
            <pc:docMk/>
            <pc:sldMk cId="1526442470" sldId="263"/>
            <ac:spMk id="29" creationId="{9F0CF2C8-882E-FA93-330A-6C2B24790B8E}"/>
          </ac:spMkLst>
        </pc:spChg>
        <pc:spChg chg="add del mod">
          <ac:chgData name="Leo Hoarty" userId="d2d44a6739d0542d" providerId="LiveId" clId="{7E5D718A-5BD3-4726-9098-EDB1D15F455A}" dt="2023-11-29T23:57:25.481" v="186"/>
          <ac:spMkLst>
            <pc:docMk/>
            <pc:sldMk cId="1526442470" sldId="263"/>
            <ac:spMk id="30" creationId="{97643A1F-8548-1381-BA6A-542D670C33AD}"/>
          </ac:spMkLst>
        </pc:spChg>
        <pc:spChg chg="add del mod">
          <ac:chgData name="Leo Hoarty" userId="d2d44a6739d0542d" providerId="LiveId" clId="{7E5D718A-5BD3-4726-9098-EDB1D15F455A}" dt="2023-11-29T23:57:25.481" v="186"/>
          <ac:spMkLst>
            <pc:docMk/>
            <pc:sldMk cId="1526442470" sldId="263"/>
            <ac:spMk id="33" creationId="{4A78F13F-02CD-73DD-F1A2-3AD0E86BC5E1}"/>
          </ac:spMkLst>
        </pc:spChg>
        <pc:spChg chg="add del mod">
          <ac:chgData name="Leo Hoarty" userId="d2d44a6739d0542d" providerId="LiveId" clId="{7E5D718A-5BD3-4726-9098-EDB1D15F455A}" dt="2023-11-29T23:57:25.481" v="186"/>
          <ac:spMkLst>
            <pc:docMk/>
            <pc:sldMk cId="1526442470" sldId="263"/>
            <ac:spMk id="34" creationId="{4A3BD10E-DB94-E23C-BB2C-572073AF1FF1}"/>
          </ac:spMkLst>
        </pc:spChg>
        <pc:spChg chg="mod">
          <ac:chgData name="Leo Hoarty" userId="d2d44a6739d0542d" providerId="LiveId" clId="{7E5D718A-5BD3-4726-9098-EDB1D15F455A}" dt="2023-11-29T23:58:49.758" v="215" actId="1076"/>
          <ac:spMkLst>
            <pc:docMk/>
            <pc:sldMk cId="1526442470" sldId="263"/>
            <ac:spMk id="36" creationId="{1C158A34-8387-6972-E11E-EED3B9E3FB4B}"/>
          </ac:spMkLst>
        </pc:spChg>
        <pc:spChg chg="mod">
          <ac:chgData name="Leo Hoarty" userId="d2d44a6739d0542d" providerId="LiveId" clId="{7E5D718A-5BD3-4726-9098-EDB1D15F455A}" dt="2023-11-29T23:58:49.758" v="215" actId="1076"/>
          <ac:spMkLst>
            <pc:docMk/>
            <pc:sldMk cId="1526442470" sldId="263"/>
            <ac:spMk id="37" creationId="{BCD75037-2967-026B-90E1-98817D574AA4}"/>
          </ac:spMkLst>
        </pc:spChg>
        <pc:spChg chg="del">
          <ac:chgData name="Leo Hoarty" userId="d2d44a6739d0542d" providerId="LiveId" clId="{7E5D718A-5BD3-4726-9098-EDB1D15F455A}" dt="2023-11-29T23:57:09.946" v="181" actId="478"/>
          <ac:spMkLst>
            <pc:docMk/>
            <pc:sldMk cId="1526442470" sldId="263"/>
            <ac:spMk id="38" creationId="{3840CD29-BB73-E6E9-EA1F-76527BD1B812}"/>
          </ac:spMkLst>
        </pc:spChg>
        <pc:spChg chg="add del mod">
          <ac:chgData name="Leo Hoarty" userId="d2d44a6739d0542d" providerId="LiveId" clId="{7E5D718A-5BD3-4726-9098-EDB1D15F455A}" dt="2023-11-29T23:57:25.481" v="186"/>
          <ac:spMkLst>
            <pc:docMk/>
            <pc:sldMk cId="1526442470" sldId="263"/>
            <ac:spMk id="39" creationId="{0074D88E-5639-2B70-B4C9-2C67A91B2D5B}"/>
          </ac:spMkLst>
        </pc:spChg>
        <pc:spChg chg="del">
          <ac:chgData name="Leo Hoarty" userId="d2d44a6739d0542d" providerId="LiveId" clId="{7E5D718A-5BD3-4726-9098-EDB1D15F455A}" dt="2023-11-29T23:57:29.839" v="187" actId="478"/>
          <ac:spMkLst>
            <pc:docMk/>
            <pc:sldMk cId="1526442470" sldId="263"/>
            <ac:spMk id="40" creationId="{95216558-AF75-2AE2-E32A-C9AA247F3843}"/>
          </ac:spMkLst>
        </pc:spChg>
        <pc:spChg chg="del">
          <ac:chgData name="Leo Hoarty" userId="d2d44a6739d0542d" providerId="LiveId" clId="{7E5D718A-5BD3-4726-9098-EDB1D15F455A}" dt="2023-11-29T23:57:29.839" v="187" actId="478"/>
          <ac:spMkLst>
            <pc:docMk/>
            <pc:sldMk cId="1526442470" sldId="263"/>
            <ac:spMk id="41" creationId="{895FCE2F-D429-2782-B657-60B44777B526}"/>
          </ac:spMkLst>
        </pc:spChg>
        <pc:spChg chg="del">
          <ac:chgData name="Leo Hoarty" userId="d2d44a6739d0542d" providerId="LiveId" clId="{7E5D718A-5BD3-4726-9098-EDB1D15F455A}" dt="2023-11-29T23:57:09.946" v="181" actId="478"/>
          <ac:spMkLst>
            <pc:docMk/>
            <pc:sldMk cId="1526442470" sldId="263"/>
            <ac:spMk id="42" creationId="{DFB74683-E0DC-F9DF-0AB2-CA99BEC79ECD}"/>
          </ac:spMkLst>
        </pc:spChg>
        <pc:spChg chg="del">
          <ac:chgData name="Leo Hoarty" userId="d2d44a6739d0542d" providerId="LiveId" clId="{7E5D718A-5BD3-4726-9098-EDB1D15F455A}" dt="2023-11-29T23:57:09.946" v="181" actId="478"/>
          <ac:spMkLst>
            <pc:docMk/>
            <pc:sldMk cId="1526442470" sldId="263"/>
            <ac:spMk id="43" creationId="{EF13D1AD-6E02-BDAB-6F64-DF6EAD22495C}"/>
          </ac:spMkLst>
        </pc:spChg>
        <pc:spChg chg="del">
          <ac:chgData name="Leo Hoarty" userId="d2d44a6739d0542d" providerId="LiveId" clId="{7E5D718A-5BD3-4726-9098-EDB1D15F455A}" dt="2023-11-29T23:57:29.839" v="187" actId="478"/>
          <ac:spMkLst>
            <pc:docMk/>
            <pc:sldMk cId="1526442470" sldId="263"/>
            <ac:spMk id="44" creationId="{570A87AC-977C-D17D-3FC1-3A8F60A7B1E2}"/>
          </ac:spMkLst>
        </pc:spChg>
        <pc:spChg chg="del">
          <ac:chgData name="Leo Hoarty" userId="d2d44a6739d0542d" providerId="LiveId" clId="{7E5D718A-5BD3-4726-9098-EDB1D15F455A}" dt="2023-11-29T23:57:06.315" v="179" actId="478"/>
          <ac:spMkLst>
            <pc:docMk/>
            <pc:sldMk cId="1526442470" sldId="263"/>
            <ac:spMk id="45" creationId="{07938BF5-2DC9-62E6-6AE0-F4885CB23AA0}"/>
          </ac:spMkLst>
        </pc:spChg>
        <pc:spChg chg="del">
          <ac:chgData name="Leo Hoarty" userId="d2d44a6739d0542d" providerId="LiveId" clId="{7E5D718A-5BD3-4726-9098-EDB1D15F455A}" dt="2023-11-29T23:57:12.407" v="182" actId="478"/>
          <ac:spMkLst>
            <pc:docMk/>
            <pc:sldMk cId="1526442470" sldId="263"/>
            <ac:spMk id="46" creationId="{3098A7EA-4740-3580-9705-45D2A5E791FD}"/>
          </ac:spMkLst>
        </pc:spChg>
        <pc:spChg chg="del">
          <ac:chgData name="Leo Hoarty" userId="d2d44a6739d0542d" providerId="LiveId" clId="{7E5D718A-5BD3-4726-9098-EDB1D15F455A}" dt="2023-11-29T23:57:12.407" v="182" actId="478"/>
          <ac:spMkLst>
            <pc:docMk/>
            <pc:sldMk cId="1526442470" sldId="263"/>
            <ac:spMk id="47" creationId="{1C4EAE08-A3F1-DE80-9F2C-9ABDB461165E}"/>
          </ac:spMkLst>
        </pc:spChg>
        <pc:spChg chg="del">
          <ac:chgData name="Leo Hoarty" userId="d2d44a6739d0542d" providerId="LiveId" clId="{7E5D718A-5BD3-4726-9098-EDB1D15F455A}" dt="2023-11-29T23:57:12.407" v="182" actId="478"/>
          <ac:spMkLst>
            <pc:docMk/>
            <pc:sldMk cId="1526442470" sldId="263"/>
            <ac:spMk id="48" creationId="{B9B2E3B1-5AB9-8195-19F2-F0E088B58306}"/>
          </ac:spMkLst>
        </pc:spChg>
        <pc:spChg chg="del">
          <ac:chgData name="Leo Hoarty" userId="d2d44a6739d0542d" providerId="LiveId" clId="{7E5D718A-5BD3-4726-9098-EDB1D15F455A}" dt="2023-11-29T23:57:12.407" v="182" actId="478"/>
          <ac:spMkLst>
            <pc:docMk/>
            <pc:sldMk cId="1526442470" sldId="263"/>
            <ac:spMk id="49" creationId="{C8B51901-A189-F853-E464-AC9E8426F627}"/>
          </ac:spMkLst>
        </pc:spChg>
        <pc:spChg chg="del">
          <ac:chgData name="Leo Hoarty" userId="d2d44a6739d0542d" providerId="LiveId" clId="{7E5D718A-5BD3-4726-9098-EDB1D15F455A}" dt="2023-11-29T23:57:29.839" v="187" actId="478"/>
          <ac:spMkLst>
            <pc:docMk/>
            <pc:sldMk cId="1526442470" sldId="263"/>
            <ac:spMk id="50" creationId="{BF9BC41A-CDC9-9662-07FC-075E52B1F62D}"/>
          </ac:spMkLst>
        </pc:spChg>
        <pc:spChg chg="del">
          <ac:chgData name="Leo Hoarty" userId="d2d44a6739d0542d" providerId="LiveId" clId="{7E5D718A-5BD3-4726-9098-EDB1D15F455A}" dt="2023-11-29T23:59:23.521" v="216" actId="478"/>
          <ac:spMkLst>
            <pc:docMk/>
            <pc:sldMk cId="1526442470" sldId="263"/>
            <ac:spMk id="52" creationId="{5837E66D-3F84-DC9A-0728-EC0DABA16742}"/>
          </ac:spMkLst>
        </pc:spChg>
        <pc:spChg chg="add mod">
          <ac:chgData name="Leo Hoarty" userId="d2d44a6739d0542d" providerId="LiveId" clId="{7E5D718A-5BD3-4726-9098-EDB1D15F455A}" dt="2023-11-30T00:10:57.513" v="415" actId="1035"/>
          <ac:spMkLst>
            <pc:docMk/>
            <pc:sldMk cId="1526442470" sldId="263"/>
            <ac:spMk id="53" creationId="{DDD81559-36E7-62E7-40D2-7C6E8FAA9189}"/>
          </ac:spMkLst>
        </pc:spChg>
        <pc:spChg chg="add mod">
          <ac:chgData name="Leo Hoarty" userId="d2d44a6739d0542d" providerId="LiveId" clId="{7E5D718A-5BD3-4726-9098-EDB1D15F455A}" dt="2023-11-30T00:10:57.513" v="415" actId="1035"/>
          <ac:spMkLst>
            <pc:docMk/>
            <pc:sldMk cId="1526442470" sldId="263"/>
            <ac:spMk id="54" creationId="{2B291180-6358-B3CB-8D92-30BB2C3D004E}"/>
          </ac:spMkLst>
        </pc:spChg>
        <pc:spChg chg="mod">
          <ac:chgData name="Leo Hoarty" userId="d2d44a6739d0542d" providerId="LiveId" clId="{7E5D718A-5BD3-4726-9098-EDB1D15F455A}" dt="2023-11-30T00:02:31.486" v="303" actId="1076"/>
          <ac:spMkLst>
            <pc:docMk/>
            <pc:sldMk cId="1526442470" sldId="263"/>
            <ac:spMk id="55" creationId="{80BA1BC7-7FDD-56CD-780E-48A0C7E0BC93}"/>
          </ac:spMkLst>
        </pc:spChg>
        <pc:spChg chg="add mod">
          <ac:chgData name="Leo Hoarty" userId="d2d44a6739d0542d" providerId="LiveId" clId="{7E5D718A-5BD3-4726-9098-EDB1D15F455A}" dt="2023-11-30T00:10:57.513" v="415" actId="1035"/>
          <ac:spMkLst>
            <pc:docMk/>
            <pc:sldMk cId="1526442470" sldId="263"/>
            <ac:spMk id="56" creationId="{8209D3E6-7C72-3F3E-099B-C7004AB5C66C}"/>
          </ac:spMkLst>
        </pc:spChg>
        <pc:spChg chg="add mod">
          <ac:chgData name="Leo Hoarty" userId="d2d44a6739d0542d" providerId="LiveId" clId="{7E5D718A-5BD3-4726-9098-EDB1D15F455A}" dt="2023-11-30T00:10:57.513" v="415" actId="1035"/>
          <ac:spMkLst>
            <pc:docMk/>
            <pc:sldMk cId="1526442470" sldId="263"/>
            <ac:spMk id="58" creationId="{D9AEF3D6-4297-01C6-D9B7-9677CB5069C9}"/>
          </ac:spMkLst>
        </pc:spChg>
        <pc:spChg chg="mod">
          <ac:chgData name="Leo Hoarty" userId="d2d44a6739d0542d" providerId="LiveId" clId="{7E5D718A-5BD3-4726-9098-EDB1D15F455A}" dt="2023-11-29T23:59:42.932" v="218" actId="12789"/>
          <ac:spMkLst>
            <pc:docMk/>
            <pc:sldMk cId="1526442470" sldId="263"/>
            <ac:spMk id="59" creationId="{07C00E1A-43F4-EFD8-FE89-6C19E3412902}"/>
          </ac:spMkLst>
        </pc:spChg>
        <pc:spChg chg="mod">
          <ac:chgData name="Leo Hoarty" userId="d2d44a6739d0542d" providerId="LiveId" clId="{7E5D718A-5BD3-4726-9098-EDB1D15F455A}" dt="2023-11-29T23:59:42.932" v="218" actId="12789"/>
          <ac:spMkLst>
            <pc:docMk/>
            <pc:sldMk cId="1526442470" sldId="263"/>
            <ac:spMk id="60" creationId="{20B76825-4451-C30D-4780-09879A925616}"/>
          </ac:spMkLst>
        </pc:spChg>
        <pc:spChg chg="mod">
          <ac:chgData name="Leo Hoarty" userId="d2d44a6739d0542d" providerId="LiveId" clId="{7E5D718A-5BD3-4726-9098-EDB1D15F455A}" dt="2023-11-29T23:59:42.932" v="218" actId="12789"/>
          <ac:spMkLst>
            <pc:docMk/>
            <pc:sldMk cId="1526442470" sldId="263"/>
            <ac:spMk id="61" creationId="{368DF7A3-1632-7B01-DE55-E9D7C7FE1B34}"/>
          </ac:spMkLst>
        </pc:spChg>
        <pc:spChg chg="add mod">
          <ac:chgData name="Leo Hoarty" userId="d2d44a6739d0542d" providerId="LiveId" clId="{7E5D718A-5BD3-4726-9098-EDB1D15F455A}" dt="2023-11-30T00:10:57.513" v="415" actId="1035"/>
          <ac:spMkLst>
            <pc:docMk/>
            <pc:sldMk cId="1526442470" sldId="263"/>
            <ac:spMk id="62" creationId="{58C42B89-0950-4703-8BA0-D8D17517334D}"/>
          </ac:spMkLst>
        </pc:spChg>
        <pc:spChg chg="add mod">
          <ac:chgData name="Leo Hoarty" userId="d2d44a6739d0542d" providerId="LiveId" clId="{7E5D718A-5BD3-4726-9098-EDB1D15F455A}" dt="2023-11-30T00:10:57.513" v="415" actId="1035"/>
          <ac:spMkLst>
            <pc:docMk/>
            <pc:sldMk cId="1526442470" sldId="263"/>
            <ac:spMk id="63" creationId="{76AF9691-3DD1-AEE9-ECE7-DA13BA66E3C9}"/>
          </ac:spMkLst>
        </pc:spChg>
        <pc:spChg chg="add mod">
          <ac:chgData name="Leo Hoarty" userId="d2d44a6739d0542d" providerId="LiveId" clId="{7E5D718A-5BD3-4726-9098-EDB1D15F455A}" dt="2023-11-30T00:10:57.513" v="415" actId="1035"/>
          <ac:spMkLst>
            <pc:docMk/>
            <pc:sldMk cId="1526442470" sldId="263"/>
            <ac:spMk id="64" creationId="{4079AF99-D771-E4EA-61EF-30AFF318BCA1}"/>
          </ac:spMkLst>
        </pc:spChg>
        <pc:spChg chg="add mod">
          <ac:chgData name="Leo Hoarty" userId="d2d44a6739d0542d" providerId="LiveId" clId="{7E5D718A-5BD3-4726-9098-EDB1D15F455A}" dt="2023-11-30T00:10:57.513" v="415" actId="1035"/>
          <ac:spMkLst>
            <pc:docMk/>
            <pc:sldMk cId="1526442470" sldId="263"/>
            <ac:spMk id="65" creationId="{3250D798-7277-809B-D519-407F31A37FFA}"/>
          </ac:spMkLst>
        </pc:spChg>
        <pc:spChg chg="add mod">
          <ac:chgData name="Leo Hoarty" userId="d2d44a6739d0542d" providerId="LiveId" clId="{7E5D718A-5BD3-4726-9098-EDB1D15F455A}" dt="2023-11-30T00:10:57.513" v="415" actId="1035"/>
          <ac:spMkLst>
            <pc:docMk/>
            <pc:sldMk cId="1526442470" sldId="263"/>
            <ac:spMk id="68" creationId="{85BB3A60-98EC-B0EA-371A-8485178D71BC}"/>
          </ac:spMkLst>
        </pc:spChg>
        <pc:spChg chg="add mod">
          <ac:chgData name="Leo Hoarty" userId="d2d44a6739d0542d" providerId="LiveId" clId="{7E5D718A-5BD3-4726-9098-EDB1D15F455A}" dt="2023-11-30T00:10:57.513" v="415" actId="1035"/>
          <ac:spMkLst>
            <pc:docMk/>
            <pc:sldMk cId="1526442470" sldId="263"/>
            <ac:spMk id="70" creationId="{4C9B7B96-8776-E311-7489-CEC949859124}"/>
          </ac:spMkLst>
        </pc:spChg>
        <pc:spChg chg="mod">
          <ac:chgData name="Leo Hoarty" userId="d2d44a6739d0542d" providerId="LiveId" clId="{7E5D718A-5BD3-4726-9098-EDB1D15F455A}" dt="2023-11-30T00:00:16.722" v="259" actId="1037"/>
          <ac:spMkLst>
            <pc:docMk/>
            <pc:sldMk cId="1526442470" sldId="263"/>
            <ac:spMk id="71" creationId="{067328BF-CB9A-72F7-349E-047883185D5E}"/>
          </ac:spMkLst>
        </pc:spChg>
        <pc:spChg chg="mod">
          <ac:chgData name="Leo Hoarty" userId="d2d44a6739d0542d" providerId="LiveId" clId="{7E5D718A-5BD3-4726-9098-EDB1D15F455A}" dt="2023-11-29T23:35:02.130" v="14" actId="1076"/>
          <ac:spMkLst>
            <pc:docMk/>
            <pc:sldMk cId="1526442470" sldId="263"/>
            <ac:spMk id="72" creationId="{650E6929-CE8F-A9D7-A19F-DBA6B147D2C7}"/>
          </ac:spMkLst>
        </pc:spChg>
        <pc:spChg chg="mod">
          <ac:chgData name="Leo Hoarty" userId="d2d44a6739d0542d" providerId="LiveId" clId="{7E5D718A-5BD3-4726-9098-EDB1D15F455A}" dt="2023-11-29T23:35:06.420" v="15" actId="1076"/>
          <ac:spMkLst>
            <pc:docMk/>
            <pc:sldMk cId="1526442470" sldId="263"/>
            <ac:spMk id="73" creationId="{FE943511-790D-6A23-75FE-0EBF1D3A2909}"/>
          </ac:spMkLst>
        </pc:spChg>
        <pc:spChg chg="mod">
          <ac:chgData name="Leo Hoarty" userId="d2d44a6739d0542d" providerId="LiveId" clId="{7E5D718A-5BD3-4726-9098-EDB1D15F455A}" dt="2023-11-29T23:59:57.355" v="237" actId="1038"/>
          <ac:spMkLst>
            <pc:docMk/>
            <pc:sldMk cId="1526442470" sldId="263"/>
            <ac:spMk id="74" creationId="{9280A0B2-8AD5-E1BD-DDB0-640A7FB64D27}"/>
          </ac:spMkLst>
        </pc:spChg>
        <pc:spChg chg="add mod">
          <ac:chgData name="Leo Hoarty" userId="d2d44a6739d0542d" providerId="LiveId" clId="{7E5D718A-5BD3-4726-9098-EDB1D15F455A}" dt="2023-11-30T00:10:57.513" v="415" actId="1035"/>
          <ac:spMkLst>
            <pc:docMk/>
            <pc:sldMk cId="1526442470" sldId="263"/>
            <ac:spMk id="75" creationId="{ECAC8ABA-7EE1-2C44-A381-163F69BE0EAE}"/>
          </ac:spMkLst>
        </pc:spChg>
        <pc:spChg chg="mod">
          <ac:chgData name="Leo Hoarty" userId="d2d44a6739d0542d" providerId="LiveId" clId="{7E5D718A-5BD3-4726-9098-EDB1D15F455A}" dt="2023-11-29T23:59:42.932" v="218" actId="12789"/>
          <ac:spMkLst>
            <pc:docMk/>
            <pc:sldMk cId="1526442470" sldId="263"/>
            <ac:spMk id="77" creationId="{6CD5BBA5-DE75-2356-7BAD-25B76863ACCC}"/>
          </ac:spMkLst>
        </pc:spChg>
        <pc:spChg chg="add mod">
          <ac:chgData name="Leo Hoarty" userId="d2d44a6739d0542d" providerId="LiveId" clId="{7E5D718A-5BD3-4726-9098-EDB1D15F455A}" dt="2023-11-30T00:10:57.513" v="415" actId="1035"/>
          <ac:spMkLst>
            <pc:docMk/>
            <pc:sldMk cId="1526442470" sldId="263"/>
            <ac:spMk id="79" creationId="{180770F3-48DB-7515-39AA-A07FFA0FC2C1}"/>
          </ac:spMkLst>
        </pc:spChg>
        <pc:spChg chg="add mod">
          <ac:chgData name="Leo Hoarty" userId="d2d44a6739d0542d" providerId="LiveId" clId="{7E5D718A-5BD3-4726-9098-EDB1D15F455A}" dt="2023-11-30T00:01:26.841" v="275" actId="1076"/>
          <ac:spMkLst>
            <pc:docMk/>
            <pc:sldMk cId="1526442470" sldId="263"/>
            <ac:spMk id="81" creationId="{FBFDBF74-F18E-4FB3-28E8-4F2A1E78627E}"/>
          </ac:spMkLst>
        </pc:spChg>
        <pc:spChg chg="add mod">
          <ac:chgData name="Leo Hoarty" userId="d2d44a6739d0542d" providerId="LiveId" clId="{7E5D718A-5BD3-4726-9098-EDB1D15F455A}" dt="2023-11-30T00:00:55.430" v="263"/>
          <ac:spMkLst>
            <pc:docMk/>
            <pc:sldMk cId="1526442470" sldId="263"/>
            <ac:spMk id="82" creationId="{6C0174B4-6ABA-BDE9-5EBC-7EF3C9E1130F}"/>
          </ac:spMkLst>
        </pc:spChg>
        <pc:spChg chg="add mod">
          <ac:chgData name="Leo Hoarty" userId="d2d44a6739d0542d" providerId="LiveId" clId="{7E5D718A-5BD3-4726-9098-EDB1D15F455A}" dt="2023-11-30T00:06:52.630" v="399" actId="1038"/>
          <ac:spMkLst>
            <pc:docMk/>
            <pc:sldMk cId="1526442470" sldId="263"/>
            <ac:spMk id="91" creationId="{3F740E25-08D4-D6C8-F506-E4332945A750}"/>
          </ac:spMkLst>
        </pc:spChg>
        <pc:spChg chg="add mod">
          <ac:chgData name="Leo Hoarty" userId="d2d44a6739d0542d" providerId="LiveId" clId="{7E5D718A-5BD3-4726-9098-EDB1D15F455A}" dt="2023-11-30T00:06:52.630" v="399" actId="1038"/>
          <ac:spMkLst>
            <pc:docMk/>
            <pc:sldMk cId="1526442470" sldId="263"/>
            <ac:spMk id="94" creationId="{78F6AFD1-260B-7206-E2FA-7BD0E3A1126E}"/>
          </ac:spMkLst>
        </pc:spChg>
        <pc:spChg chg="mod">
          <ac:chgData name="Leo Hoarty" userId="d2d44a6739d0542d" providerId="LiveId" clId="{7E5D718A-5BD3-4726-9098-EDB1D15F455A}" dt="2023-11-29T23:58:44.702" v="214" actId="1076"/>
          <ac:spMkLst>
            <pc:docMk/>
            <pc:sldMk cId="1526442470" sldId="263"/>
            <ac:spMk id="124" creationId="{9C309E07-BD5D-40F5-2522-9E8ACDA182CE}"/>
          </ac:spMkLst>
        </pc:spChg>
        <pc:spChg chg="mod">
          <ac:chgData name="Leo Hoarty" userId="d2d44a6739d0542d" providerId="LiveId" clId="{7E5D718A-5BD3-4726-9098-EDB1D15F455A}" dt="2023-11-29T23:58:44.702" v="214" actId="1076"/>
          <ac:spMkLst>
            <pc:docMk/>
            <pc:sldMk cId="1526442470" sldId="263"/>
            <ac:spMk id="125" creationId="{4F57908C-7BB2-8F14-BFE1-E75059074535}"/>
          </ac:spMkLst>
        </pc:spChg>
        <pc:spChg chg="mod">
          <ac:chgData name="Leo Hoarty" userId="d2d44a6739d0542d" providerId="LiveId" clId="{7E5D718A-5BD3-4726-9098-EDB1D15F455A}" dt="2023-11-29T23:58:44.702" v="214" actId="1076"/>
          <ac:spMkLst>
            <pc:docMk/>
            <pc:sldMk cId="1526442470" sldId="263"/>
            <ac:spMk id="126" creationId="{B5E8230D-7B5A-4C43-644F-C564588F816C}"/>
          </ac:spMkLst>
        </pc:spChg>
        <pc:spChg chg="del">
          <ac:chgData name="Leo Hoarty" userId="d2d44a6739d0542d" providerId="LiveId" clId="{7E5D718A-5BD3-4726-9098-EDB1D15F455A}" dt="2023-11-29T23:59:32.048" v="217" actId="478"/>
          <ac:spMkLst>
            <pc:docMk/>
            <pc:sldMk cId="1526442470" sldId="263"/>
            <ac:spMk id="137" creationId="{87F18A06-DFC6-EC4D-7545-25F76988504E}"/>
          </ac:spMkLst>
        </pc:spChg>
        <pc:spChg chg="mod">
          <ac:chgData name="Leo Hoarty" userId="d2d44a6739d0542d" providerId="LiveId" clId="{7E5D718A-5BD3-4726-9098-EDB1D15F455A}" dt="2023-11-29T23:59:52.100" v="229" actId="1038"/>
          <ac:spMkLst>
            <pc:docMk/>
            <pc:sldMk cId="1526442470" sldId="263"/>
            <ac:spMk id="138" creationId="{B350C786-2AD2-9610-CB2E-A7DE8298A770}"/>
          </ac:spMkLst>
        </pc:spChg>
        <pc:spChg chg="mod">
          <ac:chgData name="Leo Hoarty" userId="d2d44a6739d0542d" providerId="LiveId" clId="{7E5D718A-5BD3-4726-9098-EDB1D15F455A}" dt="2023-11-30T00:00:03.061" v="242" actId="1038"/>
          <ac:spMkLst>
            <pc:docMk/>
            <pc:sldMk cId="1526442470" sldId="263"/>
            <ac:spMk id="139" creationId="{0506F576-3B56-C43E-873E-B6EF62B822F8}"/>
          </ac:spMkLst>
        </pc:spChg>
        <pc:spChg chg="mod">
          <ac:chgData name="Leo Hoarty" userId="d2d44a6739d0542d" providerId="LiveId" clId="{7E5D718A-5BD3-4726-9098-EDB1D15F455A}" dt="2023-11-30T00:00:10.550" v="249" actId="1037"/>
          <ac:spMkLst>
            <pc:docMk/>
            <pc:sldMk cId="1526442470" sldId="263"/>
            <ac:spMk id="140" creationId="{ACE626B3-DA36-3FA4-E9E7-F5B82E4D0694}"/>
          </ac:spMkLst>
        </pc:spChg>
        <pc:spChg chg="mod">
          <ac:chgData name="Leo Hoarty" userId="d2d44a6739d0542d" providerId="LiveId" clId="{7E5D718A-5BD3-4726-9098-EDB1D15F455A}" dt="2023-11-29T23:59:42.932" v="218" actId="12789"/>
          <ac:spMkLst>
            <pc:docMk/>
            <pc:sldMk cId="1526442470" sldId="263"/>
            <ac:spMk id="141" creationId="{FCA4B8F4-E2BD-AEC8-0AB8-9CB6875FB3C4}"/>
          </ac:spMkLst>
        </pc:spChg>
        <pc:spChg chg="mod">
          <ac:chgData name="Leo Hoarty" userId="d2d44a6739d0542d" providerId="LiveId" clId="{7E5D718A-5BD3-4726-9098-EDB1D15F455A}" dt="2023-11-29T23:59:42.932" v="218" actId="12789"/>
          <ac:spMkLst>
            <pc:docMk/>
            <pc:sldMk cId="1526442470" sldId="263"/>
            <ac:spMk id="143" creationId="{431B9FBD-DBC8-7827-EAEA-6A305F28E993}"/>
          </ac:spMkLst>
        </pc:spChg>
        <pc:cxnChg chg="del">
          <ac:chgData name="Leo Hoarty" userId="d2d44a6739d0542d" providerId="LiveId" clId="{7E5D718A-5BD3-4726-9098-EDB1D15F455A}" dt="2023-11-30T00:00:28.073" v="261" actId="478"/>
          <ac:cxnSpMkLst>
            <pc:docMk/>
            <pc:sldMk cId="1526442470" sldId="263"/>
            <ac:cxnSpMk id="15" creationId="{F04C2B45-375F-E4CD-28EE-2C5B21E0652A}"/>
          </ac:cxnSpMkLst>
        </pc:cxnChg>
        <pc:cxnChg chg="mod">
          <ac:chgData name="Leo Hoarty" userId="d2d44a6739d0542d" providerId="LiveId" clId="{7E5D718A-5BD3-4726-9098-EDB1D15F455A}" dt="2023-11-30T00:01:44.295" v="277" actId="1076"/>
          <ac:cxnSpMkLst>
            <pc:docMk/>
            <pc:sldMk cId="1526442470" sldId="263"/>
            <ac:cxnSpMk id="76" creationId="{F62661E7-B0DC-1F7E-71D3-AFEB3C7EB2F7}"/>
          </ac:cxnSpMkLst>
        </pc:cxnChg>
        <pc:cxnChg chg="mod">
          <ac:chgData name="Leo Hoarty" userId="d2d44a6739d0542d" providerId="LiveId" clId="{7E5D718A-5BD3-4726-9098-EDB1D15F455A}" dt="2023-11-30T00:01:37.171" v="276" actId="1076"/>
          <ac:cxnSpMkLst>
            <pc:docMk/>
            <pc:sldMk cId="1526442470" sldId="263"/>
            <ac:cxnSpMk id="78" creationId="{FEF6B718-C931-6A5A-9C42-72600059DA46}"/>
          </ac:cxnSpMkLst>
        </pc:cxnChg>
        <pc:cxnChg chg="add mod">
          <ac:chgData name="Leo Hoarty" userId="d2d44a6739d0542d" providerId="LiveId" clId="{7E5D718A-5BD3-4726-9098-EDB1D15F455A}" dt="2023-11-30T00:07:15.493" v="402" actId="14100"/>
          <ac:cxnSpMkLst>
            <pc:docMk/>
            <pc:sldMk cId="1526442470" sldId="263"/>
            <ac:cxnSpMk id="85" creationId="{32910119-CF72-D684-A04E-DF0ED663642F}"/>
          </ac:cxnSpMkLst>
        </pc:cxnChg>
        <pc:cxnChg chg="add mod">
          <ac:chgData name="Leo Hoarty" userId="d2d44a6739d0542d" providerId="LiveId" clId="{7E5D718A-5BD3-4726-9098-EDB1D15F455A}" dt="2023-11-30T00:07:21.305" v="404" actId="1035"/>
          <ac:cxnSpMkLst>
            <pc:docMk/>
            <pc:sldMk cId="1526442470" sldId="263"/>
            <ac:cxnSpMk id="86" creationId="{A007996F-7B0F-8015-F33B-3B5BBE207CDC}"/>
          </ac:cxnSpMkLst>
        </pc:cxnChg>
        <pc:cxnChg chg="add mod">
          <ac:chgData name="Leo Hoarty" userId="d2d44a6739d0542d" providerId="LiveId" clId="{7E5D718A-5BD3-4726-9098-EDB1D15F455A}" dt="2023-11-30T00:04:21.814" v="325" actId="14100"/>
          <ac:cxnSpMkLst>
            <pc:docMk/>
            <pc:sldMk cId="1526442470" sldId="263"/>
            <ac:cxnSpMk id="92" creationId="{58A854E0-78A4-E22D-0723-929DD2B8D310}"/>
          </ac:cxnSpMkLst>
        </pc:cxnChg>
        <pc:cxnChg chg="add mod">
          <ac:chgData name="Leo Hoarty" userId="d2d44a6739d0542d" providerId="LiveId" clId="{7E5D718A-5BD3-4726-9098-EDB1D15F455A}" dt="2023-11-30T00:07:00.977" v="400" actId="14100"/>
          <ac:cxnSpMkLst>
            <pc:docMk/>
            <pc:sldMk cId="1526442470" sldId="263"/>
            <ac:cxnSpMk id="93" creationId="{5D1CB397-8806-F45F-2F5D-1A69C0C766C5}"/>
          </ac:cxnSpMkLst>
        </pc:cxnChg>
        <pc:cxnChg chg="mod">
          <ac:chgData name="Leo Hoarty" userId="d2d44a6739d0542d" providerId="LiveId" clId="{7E5D718A-5BD3-4726-9098-EDB1D15F455A}" dt="2023-11-30T00:00:24.259" v="260" actId="1076"/>
          <ac:cxnSpMkLst>
            <pc:docMk/>
            <pc:sldMk cId="1526442470" sldId="263"/>
            <ac:cxnSpMk id="98" creationId="{59AC9266-04A9-3C18-B955-7C087947645A}"/>
          </ac:cxnSpMkLst>
        </pc:cxnChg>
        <pc:cxnChg chg="mod">
          <ac:chgData name="Leo Hoarty" userId="d2d44a6739d0542d" providerId="LiveId" clId="{7E5D718A-5BD3-4726-9098-EDB1D15F455A}" dt="2023-11-30T00:05:02.604" v="331" actId="14100"/>
          <ac:cxnSpMkLst>
            <pc:docMk/>
            <pc:sldMk cId="1526442470" sldId="263"/>
            <ac:cxnSpMk id="100" creationId="{FFF21DEC-397B-B1F1-19AB-C5CA6D92A165}"/>
          </ac:cxnSpMkLst>
        </pc:cxnChg>
        <pc:cxnChg chg="add mod">
          <ac:chgData name="Leo Hoarty" userId="d2d44a6739d0542d" providerId="LiveId" clId="{7E5D718A-5BD3-4726-9098-EDB1D15F455A}" dt="2023-11-30T00:06:17.209" v="371" actId="1036"/>
          <ac:cxnSpMkLst>
            <pc:docMk/>
            <pc:sldMk cId="1526442470" sldId="263"/>
            <ac:cxnSpMk id="101" creationId="{D575945D-F9CD-EAB9-522F-CA49695A817A}"/>
          </ac:cxnSpMkLst>
        </pc:cxnChg>
        <pc:cxnChg chg="mod">
          <ac:chgData name="Leo Hoarty" userId="d2d44a6739d0542d" providerId="LiveId" clId="{7E5D718A-5BD3-4726-9098-EDB1D15F455A}" dt="2023-11-30T00:01:55.310" v="297" actId="1038"/>
          <ac:cxnSpMkLst>
            <pc:docMk/>
            <pc:sldMk cId="1526442470" sldId="263"/>
            <ac:cxnSpMk id="102" creationId="{350D9629-A604-8055-E81D-5C254DB01414}"/>
          </ac:cxnSpMkLst>
        </pc:cxnChg>
        <pc:cxnChg chg="mod">
          <ac:chgData name="Leo Hoarty" userId="d2d44a6739d0542d" providerId="LiveId" clId="{7E5D718A-5BD3-4726-9098-EDB1D15F455A}" dt="2023-11-30T00:01:55.310" v="297" actId="1038"/>
          <ac:cxnSpMkLst>
            <pc:docMk/>
            <pc:sldMk cId="1526442470" sldId="263"/>
            <ac:cxnSpMk id="103" creationId="{876C1D4C-946A-1B1E-2E6A-B0582FAB4BE3}"/>
          </ac:cxnSpMkLst>
        </pc:cxnChg>
        <pc:cxnChg chg="mod">
          <ac:chgData name="Leo Hoarty" userId="d2d44a6739d0542d" providerId="LiveId" clId="{7E5D718A-5BD3-4726-9098-EDB1D15F455A}" dt="2023-11-30T00:02:38.136" v="307" actId="1036"/>
          <ac:cxnSpMkLst>
            <pc:docMk/>
            <pc:sldMk cId="1526442470" sldId="263"/>
            <ac:cxnSpMk id="105" creationId="{9A666347-BA40-B1D0-FFD8-F7DC1B5EC7C1}"/>
          </ac:cxnSpMkLst>
        </pc:cxnChg>
        <pc:cxnChg chg="mod">
          <ac:chgData name="Leo Hoarty" userId="d2d44a6739d0542d" providerId="LiveId" clId="{7E5D718A-5BD3-4726-9098-EDB1D15F455A}" dt="2023-11-30T00:02:24.645" v="302" actId="1076"/>
          <ac:cxnSpMkLst>
            <pc:docMk/>
            <pc:sldMk cId="1526442470" sldId="263"/>
            <ac:cxnSpMk id="107" creationId="{2D8B983E-A459-2819-2073-D5494C2E4314}"/>
          </ac:cxnSpMkLst>
        </pc:cxnChg>
        <pc:cxnChg chg="add mod">
          <ac:chgData name="Leo Hoarty" userId="d2d44a6739d0542d" providerId="LiveId" clId="{7E5D718A-5BD3-4726-9098-EDB1D15F455A}" dt="2023-11-30T00:05:33.023" v="346" actId="14100"/>
          <ac:cxnSpMkLst>
            <pc:docMk/>
            <pc:sldMk cId="1526442470" sldId="263"/>
            <ac:cxnSpMk id="108" creationId="{7278FB08-D761-E3CE-89DC-A19D2A6C4F04}"/>
          </ac:cxnSpMkLst>
        </pc:cxnChg>
        <pc:cxnChg chg="add mod">
          <ac:chgData name="Leo Hoarty" userId="d2d44a6739d0542d" providerId="LiveId" clId="{7E5D718A-5BD3-4726-9098-EDB1D15F455A}" dt="2023-11-30T00:05:58.823" v="368" actId="14100"/>
          <ac:cxnSpMkLst>
            <pc:docMk/>
            <pc:sldMk cId="1526442470" sldId="263"/>
            <ac:cxnSpMk id="110" creationId="{901AF761-1C76-E210-4620-BC87A8D404E8}"/>
          </ac:cxnSpMkLst>
        </pc:cxnChg>
        <pc:cxnChg chg="add mod">
          <ac:chgData name="Leo Hoarty" userId="d2d44a6739d0542d" providerId="LiveId" clId="{7E5D718A-5BD3-4726-9098-EDB1D15F455A}" dt="2023-11-30T00:06:22.402" v="374" actId="1036"/>
          <ac:cxnSpMkLst>
            <pc:docMk/>
            <pc:sldMk cId="1526442470" sldId="263"/>
            <ac:cxnSpMk id="111" creationId="{A534E5D0-748A-975B-2998-8756507C7CEF}"/>
          </ac:cxnSpMkLst>
        </pc:cxnChg>
      </pc:sldChg>
      <pc:sldChg chg="addSp delSp modSp mod">
        <pc:chgData name="Leo Hoarty" userId="d2d44a6739d0542d" providerId="LiveId" clId="{7E5D718A-5BD3-4726-9098-EDB1D15F455A}" dt="2023-11-30T00:14:48.167" v="441" actId="20577"/>
        <pc:sldMkLst>
          <pc:docMk/>
          <pc:sldMk cId="2665143573" sldId="264"/>
        </pc:sldMkLst>
        <pc:spChg chg="add mod">
          <ac:chgData name="Leo Hoarty" userId="d2d44a6739d0542d" providerId="LiveId" clId="{7E5D718A-5BD3-4726-9098-EDB1D15F455A}" dt="2023-11-29T23:36:22.775" v="18" actId="1076"/>
          <ac:spMkLst>
            <pc:docMk/>
            <pc:sldMk cId="2665143573" sldId="264"/>
            <ac:spMk id="3" creationId="{AD4529A3-0388-04D8-32F4-0192B0EC5DE4}"/>
          </ac:spMkLst>
        </pc:spChg>
        <pc:spChg chg="mod">
          <ac:chgData name="Leo Hoarty" userId="d2d44a6739d0542d" providerId="LiveId" clId="{7E5D718A-5BD3-4726-9098-EDB1D15F455A}" dt="2023-11-29T23:55:06.175" v="176" actId="1037"/>
          <ac:spMkLst>
            <pc:docMk/>
            <pc:sldMk cId="2665143573" sldId="264"/>
            <ac:spMk id="4" creationId="{E9597E55-8074-9747-CC20-D3338DE539CE}"/>
          </ac:spMkLst>
        </pc:spChg>
        <pc:spChg chg="add mod">
          <ac:chgData name="Leo Hoarty" userId="d2d44a6739d0542d" providerId="LiveId" clId="{7E5D718A-5BD3-4726-9098-EDB1D15F455A}" dt="2023-11-29T23:36:22.775" v="18" actId="1076"/>
          <ac:spMkLst>
            <pc:docMk/>
            <pc:sldMk cId="2665143573" sldId="264"/>
            <ac:spMk id="5" creationId="{3948F973-895A-5777-5439-D11422F18BD4}"/>
          </ac:spMkLst>
        </pc:spChg>
        <pc:spChg chg="add mod">
          <ac:chgData name="Leo Hoarty" userId="d2d44a6739d0542d" providerId="LiveId" clId="{7E5D718A-5BD3-4726-9098-EDB1D15F455A}" dt="2023-11-29T23:36:22.775" v="18" actId="1076"/>
          <ac:spMkLst>
            <pc:docMk/>
            <pc:sldMk cId="2665143573" sldId="264"/>
            <ac:spMk id="7" creationId="{EA4EC368-BDD8-E0FA-A3C2-664F7B2436E8}"/>
          </ac:spMkLst>
        </pc:spChg>
        <pc:spChg chg="add mod">
          <ac:chgData name="Leo Hoarty" userId="d2d44a6739d0542d" providerId="LiveId" clId="{7E5D718A-5BD3-4726-9098-EDB1D15F455A}" dt="2023-11-29T23:36:22.775" v="18" actId="1076"/>
          <ac:spMkLst>
            <pc:docMk/>
            <pc:sldMk cId="2665143573" sldId="264"/>
            <ac:spMk id="8" creationId="{DF76B0CA-024F-B6A4-988E-501AA513AD4F}"/>
          </ac:spMkLst>
        </pc:spChg>
        <pc:spChg chg="add mod">
          <ac:chgData name="Leo Hoarty" userId="d2d44a6739d0542d" providerId="LiveId" clId="{7E5D718A-5BD3-4726-9098-EDB1D15F455A}" dt="2023-11-29T23:38:07.999" v="34" actId="1037"/>
          <ac:spMkLst>
            <pc:docMk/>
            <pc:sldMk cId="2665143573" sldId="264"/>
            <ac:spMk id="9" creationId="{53089A4D-14AE-3BAF-C004-515ACD51EC9B}"/>
          </ac:spMkLst>
        </pc:spChg>
        <pc:spChg chg="mod">
          <ac:chgData name="Leo Hoarty" userId="d2d44a6739d0542d" providerId="LiveId" clId="{7E5D718A-5BD3-4726-9098-EDB1D15F455A}" dt="2023-11-29T23:53:10.694" v="161" actId="12789"/>
          <ac:spMkLst>
            <pc:docMk/>
            <pc:sldMk cId="2665143573" sldId="264"/>
            <ac:spMk id="10" creationId="{FE06C453-6FC4-3F35-B5F9-BBB20B8B11BC}"/>
          </ac:spMkLst>
        </pc:spChg>
        <pc:spChg chg="del mod">
          <ac:chgData name="Leo Hoarty" userId="d2d44a6739d0542d" providerId="LiveId" clId="{7E5D718A-5BD3-4726-9098-EDB1D15F455A}" dt="2023-11-30T00:00:51.703" v="262" actId="21"/>
          <ac:spMkLst>
            <pc:docMk/>
            <pc:sldMk cId="2665143573" sldId="264"/>
            <ac:spMk id="11" creationId="{C41B245C-60A2-EEF6-2C97-B1E323CA5BB0}"/>
          </ac:spMkLst>
        </pc:spChg>
        <pc:spChg chg="del">
          <ac:chgData name="Leo Hoarty" userId="d2d44a6739d0542d" providerId="LiveId" clId="{7E5D718A-5BD3-4726-9098-EDB1D15F455A}" dt="2023-11-29T23:32:07.283" v="1" actId="478"/>
          <ac:spMkLst>
            <pc:docMk/>
            <pc:sldMk cId="2665143573" sldId="264"/>
            <ac:spMk id="14" creationId="{37CC177E-B6F3-9CFB-B878-653EEF839BA4}"/>
          </ac:spMkLst>
        </pc:spChg>
        <pc:spChg chg="add mod">
          <ac:chgData name="Leo Hoarty" userId="d2d44a6739d0542d" providerId="LiveId" clId="{7E5D718A-5BD3-4726-9098-EDB1D15F455A}" dt="2023-11-29T23:38:07.999" v="34" actId="1037"/>
          <ac:spMkLst>
            <pc:docMk/>
            <pc:sldMk cId="2665143573" sldId="264"/>
            <ac:spMk id="16" creationId="{BCE41FAB-20CD-0C79-0166-885F092CA3CE}"/>
          </ac:spMkLst>
        </pc:spChg>
        <pc:spChg chg="add mod">
          <ac:chgData name="Leo Hoarty" userId="d2d44a6739d0542d" providerId="LiveId" clId="{7E5D718A-5BD3-4726-9098-EDB1D15F455A}" dt="2023-11-29T23:38:07.999" v="34" actId="1037"/>
          <ac:spMkLst>
            <pc:docMk/>
            <pc:sldMk cId="2665143573" sldId="264"/>
            <ac:spMk id="18" creationId="{38B3EAB5-A238-17BF-D991-34FFED4EDCCA}"/>
          </ac:spMkLst>
        </pc:spChg>
        <pc:spChg chg="add mod">
          <ac:chgData name="Leo Hoarty" userId="d2d44a6739d0542d" providerId="LiveId" clId="{7E5D718A-5BD3-4726-9098-EDB1D15F455A}" dt="2023-11-29T23:38:07.999" v="34" actId="1037"/>
          <ac:spMkLst>
            <pc:docMk/>
            <pc:sldMk cId="2665143573" sldId="264"/>
            <ac:spMk id="23" creationId="{D724D64F-20C6-24F9-C21C-D33E3505FA44}"/>
          </ac:spMkLst>
        </pc:spChg>
        <pc:spChg chg="del mod">
          <ac:chgData name="Leo Hoarty" userId="d2d44a6739d0542d" providerId="LiveId" clId="{7E5D718A-5BD3-4726-9098-EDB1D15F455A}" dt="2023-11-29T23:36:26.436" v="19" actId="478"/>
          <ac:spMkLst>
            <pc:docMk/>
            <pc:sldMk cId="2665143573" sldId="264"/>
            <ac:spMk id="24" creationId="{0C96B8CB-897F-A871-9149-B573C0570295}"/>
          </ac:spMkLst>
        </pc:spChg>
        <pc:spChg chg="mod">
          <ac:chgData name="Leo Hoarty" userId="d2d44a6739d0542d" providerId="LiveId" clId="{7E5D718A-5BD3-4726-9098-EDB1D15F455A}" dt="2023-11-29T23:54:51.122" v="167" actId="1076"/>
          <ac:spMkLst>
            <pc:docMk/>
            <pc:sldMk cId="2665143573" sldId="264"/>
            <ac:spMk id="25" creationId="{CA95137F-2D0F-F7B5-B455-ED4AC6A0C609}"/>
          </ac:spMkLst>
        </pc:spChg>
        <pc:spChg chg="add mod">
          <ac:chgData name="Leo Hoarty" userId="d2d44a6739d0542d" providerId="LiveId" clId="{7E5D718A-5BD3-4726-9098-EDB1D15F455A}" dt="2023-11-29T23:55:18.819" v="178" actId="1076"/>
          <ac:spMkLst>
            <pc:docMk/>
            <pc:sldMk cId="2665143573" sldId="264"/>
            <ac:spMk id="26" creationId="{A9809909-C9E7-43D8-D602-34A5274EC0F2}"/>
          </ac:spMkLst>
        </pc:spChg>
        <pc:spChg chg="del mod">
          <ac:chgData name="Leo Hoarty" userId="d2d44a6739d0542d" providerId="LiveId" clId="{7E5D718A-5BD3-4726-9098-EDB1D15F455A}" dt="2023-11-29T23:40:56.634" v="45" actId="478"/>
          <ac:spMkLst>
            <pc:docMk/>
            <pc:sldMk cId="2665143573" sldId="264"/>
            <ac:spMk id="29" creationId="{9C601FD0-B682-AB72-69A7-FDBC5E14029A}"/>
          </ac:spMkLst>
        </pc:spChg>
        <pc:spChg chg="mod">
          <ac:chgData name="Leo Hoarty" userId="d2d44a6739d0542d" providerId="LiveId" clId="{7E5D718A-5BD3-4726-9098-EDB1D15F455A}" dt="2023-11-29T23:33:58.110" v="6" actId="1076"/>
          <ac:spMkLst>
            <pc:docMk/>
            <pc:sldMk cId="2665143573" sldId="264"/>
            <ac:spMk id="30" creationId="{69BAF2A1-92CB-479A-BBB2-BA2967D739DF}"/>
          </ac:spMkLst>
        </pc:spChg>
        <pc:spChg chg="mod">
          <ac:chgData name="Leo Hoarty" userId="d2d44a6739d0542d" providerId="LiveId" clId="{7E5D718A-5BD3-4726-9098-EDB1D15F455A}" dt="2023-11-29T23:50:09.164" v="77" actId="1038"/>
          <ac:spMkLst>
            <pc:docMk/>
            <pc:sldMk cId="2665143573" sldId="264"/>
            <ac:spMk id="36" creationId="{1C158A34-8387-6972-E11E-EED3B9E3FB4B}"/>
          </ac:spMkLst>
        </pc:spChg>
        <pc:spChg chg="mod">
          <ac:chgData name="Leo Hoarty" userId="d2d44a6739d0542d" providerId="LiveId" clId="{7E5D718A-5BD3-4726-9098-EDB1D15F455A}" dt="2023-11-29T23:49:58.784" v="74" actId="1076"/>
          <ac:spMkLst>
            <pc:docMk/>
            <pc:sldMk cId="2665143573" sldId="264"/>
            <ac:spMk id="37" creationId="{BCD75037-2967-026B-90E1-98817D574AA4}"/>
          </ac:spMkLst>
        </pc:spChg>
        <pc:spChg chg="del mod">
          <ac:chgData name="Leo Hoarty" userId="d2d44a6739d0542d" providerId="LiveId" clId="{7E5D718A-5BD3-4726-9098-EDB1D15F455A}" dt="2023-11-29T23:36:26.436" v="19" actId="478"/>
          <ac:spMkLst>
            <pc:docMk/>
            <pc:sldMk cId="2665143573" sldId="264"/>
            <ac:spMk id="38" creationId="{3840CD29-BB73-E6E9-EA1F-76527BD1B812}"/>
          </ac:spMkLst>
        </pc:spChg>
        <pc:spChg chg="del mod">
          <ac:chgData name="Leo Hoarty" userId="d2d44a6739d0542d" providerId="LiveId" clId="{7E5D718A-5BD3-4726-9098-EDB1D15F455A}" dt="2023-11-29T23:36:26.436" v="19" actId="478"/>
          <ac:spMkLst>
            <pc:docMk/>
            <pc:sldMk cId="2665143573" sldId="264"/>
            <ac:spMk id="42" creationId="{DFB74683-E0DC-F9DF-0AB2-CA99BEC79ECD}"/>
          </ac:spMkLst>
        </pc:spChg>
        <pc:spChg chg="del mod">
          <ac:chgData name="Leo Hoarty" userId="d2d44a6739d0542d" providerId="LiveId" clId="{7E5D718A-5BD3-4726-9098-EDB1D15F455A}" dt="2023-11-29T23:36:26.436" v="19" actId="478"/>
          <ac:spMkLst>
            <pc:docMk/>
            <pc:sldMk cId="2665143573" sldId="264"/>
            <ac:spMk id="43" creationId="{EF13D1AD-6E02-BDAB-6F64-DF6EAD22495C}"/>
          </ac:spMkLst>
        </pc:spChg>
        <pc:spChg chg="del">
          <ac:chgData name="Leo Hoarty" userId="d2d44a6739d0542d" providerId="LiveId" clId="{7E5D718A-5BD3-4726-9098-EDB1D15F455A}" dt="2023-11-29T23:32:05.486" v="0" actId="478"/>
          <ac:spMkLst>
            <pc:docMk/>
            <pc:sldMk cId="2665143573" sldId="264"/>
            <ac:spMk id="45" creationId="{07938BF5-2DC9-62E6-6AE0-F4885CB23AA0}"/>
          </ac:spMkLst>
        </pc:spChg>
        <pc:spChg chg="del mod">
          <ac:chgData name="Leo Hoarty" userId="d2d44a6739d0542d" providerId="LiveId" clId="{7E5D718A-5BD3-4726-9098-EDB1D15F455A}" dt="2023-11-29T23:35:59.943" v="16" actId="478"/>
          <ac:spMkLst>
            <pc:docMk/>
            <pc:sldMk cId="2665143573" sldId="264"/>
            <ac:spMk id="46" creationId="{3098A7EA-4740-3580-9705-45D2A5E791FD}"/>
          </ac:spMkLst>
        </pc:spChg>
        <pc:spChg chg="del mod">
          <ac:chgData name="Leo Hoarty" userId="d2d44a6739d0542d" providerId="LiveId" clId="{7E5D718A-5BD3-4726-9098-EDB1D15F455A}" dt="2023-11-29T23:35:59.943" v="16" actId="478"/>
          <ac:spMkLst>
            <pc:docMk/>
            <pc:sldMk cId="2665143573" sldId="264"/>
            <ac:spMk id="47" creationId="{1C4EAE08-A3F1-DE80-9F2C-9ABDB461165E}"/>
          </ac:spMkLst>
        </pc:spChg>
        <pc:spChg chg="del mod">
          <ac:chgData name="Leo Hoarty" userId="d2d44a6739d0542d" providerId="LiveId" clId="{7E5D718A-5BD3-4726-9098-EDB1D15F455A}" dt="2023-11-29T23:35:59.943" v="16" actId="478"/>
          <ac:spMkLst>
            <pc:docMk/>
            <pc:sldMk cId="2665143573" sldId="264"/>
            <ac:spMk id="48" creationId="{B9B2E3B1-5AB9-8195-19F2-F0E088B58306}"/>
          </ac:spMkLst>
        </pc:spChg>
        <pc:spChg chg="del mod">
          <ac:chgData name="Leo Hoarty" userId="d2d44a6739d0542d" providerId="LiveId" clId="{7E5D718A-5BD3-4726-9098-EDB1D15F455A}" dt="2023-11-29T23:35:59.943" v="16" actId="478"/>
          <ac:spMkLst>
            <pc:docMk/>
            <pc:sldMk cId="2665143573" sldId="264"/>
            <ac:spMk id="49" creationId="{C8B51901-A189-F853-E464-AC9E8426F627}"/>
          </ac:spMkLst>
        </pc:spChg>
        <pc:spChg chg="add mod">
          <ac:chgData name="Leo Hoarty" userId="d2d44a6739d0542d" providerId="LiveId" clId="{7E5D718A-5BD3-4726-9098-EDB1D15F455A}" dt="2023-11-29T23:52:15.101" v="155" actId="1076"/>
          <ac:spMkLst>
            <pc:docMk/>
            <pc:sldMk cId="2665143573" sldId="264"/>
            <ac:spMk id="51" creationId="{6E11C6CF-D109-9DA2-8C13-BF028BB0E25D}"/>
          </ac:spMkLst>
        </pc:spChg>
        <pc:spChg chg="del mod">
          <ac:chgData name="Leo Hoarty" userId="d2d44a6739d0542d" providerId="LiveId" clId="{7E5D718A-5BD3-4726-9098-EDB1D15F455A}" dt="2023-11-30T00:00:51.703" v="262" actId="21"/>
          <ac:spMkLst>
            <pc:docMk/>
            <pc:sldMk cId="2665143573" sldId="264"/>
            <ac:spMk id="52" creationId="{5837E66D-3F84-DC9A-0728-EC0DABA16742}"/>
          </ac:spMkLst>
        </pc:spChg>
        <pc:spChg chg="mod">
          <ac:chgData name="Leo Hoarty" userId="d2d44a6739d0542d" providerId="LiveId" clId="{7E5D718A-5BD3-4726-9098-EDB1D15F455A}" dt="2023-11-29T23:52:52.388" v="160" actId="12789"/>
          <ac:spMkLst>
            <pc:docMk/>
            <pc:sldMk cId="2665143573" sldId="264"/>
            <ac:spMk id="71" creationId="{067328BF-CB9A-72F7-349E-047883185D5E}"/>
          </ac:spMkLst>
        </pc:spChg>
        <pc:spChg chg="mod">
          <ac:chgData name="Leo Hoarty" userId="d2d44a6739d0542d" providerId="LiveId" clId="{7E5D718A-5BD3-4726-9098-EDB1D15F455A}" dt="2023-11-29T23:53:10.694" v="161" actId="12789"/>
          <ac:spMkLst>
            <pc:docMk/>
            <pc:sldMk cId="2665143573" sldId="264"/>
            <ac:spMk id="74" creationId="{9280A0B2-8AD5-E1BD-DDB0-640A7FB64D27}"/>
          </ac:spMkLst>
        </pc:spChg>
        <pc:spChg chg="mod">
          <ac:chgData name="Leo Hoarty" userId="d2d44a6739d0542d" providerId="LiveId" clId="{7E5D718A-5BD3-4726-9098-EDB1D15F455A}" dt="2023-11-30T00:14:00.116" v="440" actId="20577"/>
          <ac:spMkLst>
            <pc:docMk/>
            <pc:sldMk cId="2665143573" sldId="264"/>
            <ac:spMk id="82" creationId="{B5442490-3469-0DB8-7D77-31C0796C1B52}"/>
          </ac:spMkLst>
        </pc:spChg>
        <pc:spChg chg="mod">
          <ac:chgData name="Leo Hoarty" userId="d2d44a6739d0542d" providerId="LiveId" clId="{7E5D718A-5BD3-4726-9098-EDB1D15F455A}" dt="2023-11-30T00:14:48.167" v="441" actId="20577"/>
          <ac:spMkLst>
            <pc:docMk/>
            <pc:sldMk cId="2665143573" sldId="264"/>
            <ac:spMk id="90" creationId="{842A59CB-222B-FF32-B8C9-175BDB001C6D}"/>
          </ac:spMkLst>
        </pc:spChg>
        <pc:spChg chg="mod">
          <ac:chgData name="Leo Hoarty" userId="d2d44a6739d0542d" providerId="LiveId" clId="{7E5D718A-5BD3-4726-9098-EDB1D15F455A}" dt="2023-11-29T23:38:29.335" v="36" actId="1076"/>
          <ac:spMkLst>
            <pc:docMk/>
            <pc:sldMk cId="2665143573" sldId="264"/>
            <ac:spMk id="124" creationId="{9C309E07-BD5D-40F5-2522-9E8ACDA182CE}"/>
          </ac:spMkLst>
        </pc:spChg>
        <pc:spChg chg="mod">
          <ac:chgData name="Leo Hoarty" userId="d2d44a6739d0542d" providerId="LiveId" clId="{7E5D718A-5BD3-4726-9098-EDB1D15F455A}" dt="2023-11-29T23:38:24.100" v="35" actId="1076"/>
          <ac:spMkLst>
            <pc:docMk/>
            <pc:sldMk cId="2665143573" sldId="264"/>
            <ac:spMk id="125" creationId="{4F57908C-7BB2-8F14-BFE1-E75059074535}"/>
          </ac:spMkLst>
        </pc:spChg>
        <pc:spChg chg="mod">
          <ac:chgData name="Leo Hoarty" userId="d2d44a6739d0542d" providerId="LiveId" clId="{7E5D718A-5BD3-4726-9098-EDB1D15F455A}" dt="2023-11-29T23:50:04.408" v="75" actId="1076"/>
          <ac:spMkLst>
            <pc:docMk/>
            <pc:sldMk cId="2665143573" sldId="264"/>
            <ac:spMk id="126" creationId="{B5E8230D-7B5A-4C43-644F-C564588F816C}"/>
          </ac:spMkLst>
        </pc:spChg>
        <pc:spChg chg="mod">
          <ac:chgData name="Leo Hoarty" userId="d2d44a6739d0542d" providerId="LiveId" clId="{7E5D718A-5BD3-4726-9098-EDB1D15F455A}" dt="2023-11-29T23:53:10.694" v="161" actId="12789"/>
          <ac:spMkLst>
            <pc:docMk/>
            <pc:sldMk cId="2665143573" sldId="264"/>
            <ac:spMk id="138" creationId="{B350C786-2AD2-9610-CB2E-A7DE8298A770}"/>
          </ac:spMkLst>
        </pc:spChg>
        <pc:spChg chg="mod">
          <ac:chgData name="Leo Hoarty" userId="d2d44a6739d0542d" providerId="LiveId" clId="{7E5D718A-5BD3-4726-9098-EDB1D15F455A}" dt="2023-11-29T23:53:10.694" v="161" actId="12789"/>
          <ac:spMkLst>
            <pc:docMk/>
            <pc:sldMk cId="2665143573" sldId="264"/>
            <ac:spMk id="139" creationId="{0506F576-3B56-C43E-873E-B6EF62B822F8}"/>
          </ac:spMkLst>
        </pc:spChg>
        <pc:spChg chg="mod">
          <ac:chgData name="Leo Hoarty" userId="d2d44a6739d0542d" providerId="LiveId" clId="{7E5D718A-5BD3-4726-9098-EDB1D15F455A}" dt="2023-11-29T23:52:52.388" v="160" actId="12789"/>
          <ac:spMkLst>
            <pc:docMk/>
            <pc:sldMk cId="2665143573" sldId="264"/>
            <ac:spMk id="140" creationId="{ACE626B3-DA36-3FA4-E9E7-F5B82E4D0694}"/>
          </ac:spMkLst>
        </pc:spChg>
        <pc:spChg chg="mod">
          <ac:chgData name="Leo Hoarty" userId="d2d44a6739d0542d" providerId="LiveId" clId="{7E5D718A-5BD3-4726-9098-EDB1D15F455A}" dt="2023-11-29T23:52:52.388" v="160" actId="12789"/>
          <ac:spMkLst>
            <pc:docMk/>
            <pc:sldMk cId="2665143573" sldId="264"/>
            <ac:spMk id="141" creationId="{FCA4B8F4-E2BD-AEC8-0AB8-9CB6875FB3C4}"/>
          </ac:spMkLst>
        </pc:spChg>
        <pc:spChg chg="mod">
          <ac:chgData name="Leo Hoarty" userId="d2d44a6739d0542d" providerId="LiveId" clId="{7E5D718A-5BD3-4726-9098-EDB1D15F455A}" dt="2023-11-29T23:52:52.388" v="160" actId="12789"/>
          <ac:spMkLst>
            <pc:docMk/>
            <pc:sldMk cId="2665143573" sldId="264"/>
            <ac:spMk id="143" creationId="{431B9FBD-DBC8-7827-EAEA-6A305F28E993}"/>
          </ac:spMkLst>
        </pc:spChg>
        <pc:picChg chg="mod">
          <ac:chgData name="Leo Hoarty" userId="d2d44a6739d0542d" providerId="LiveId" clId="{7E5D718A-5BD3-4726-9098-EDB1D15F455A}" dt="2023-11-29T23:40:03.935" v="41" actId="1035"/>
          <ac:picMkLst>
            <pc:docMk/>
            <pc:sldMk cId="2665143573" sldId="264"/>
            <ac:picMk id="65" creationId="{D3F83541-A4EC-E85B-9B12-639FB8C1F6F5}"/>
          </ac:picMkLst>
        </pc:picChg>
        <pc:cxnChg chg="add mod">
          <ac:chgData name="Leo Hoarty" userId="d2d44a6739d0542d" providerId="LiveId" clId="{7E5D718A-5BD3-4726-9098-EDB1D15F455A}" dt="2023-11-29T23:55:14.545" v="177" actId="1076"/>
          <ac:cxnSpMkLst>
            <pc:docMk/>
            <pc:sldMk cId="2665143573" sldId="264"/>
            <ac:cxnSpMk id="34" creationId="{37937FEE-D807-39DC-61B4-486FCFAAF939}"/>
          </ac:cxnSpMkLst>
        </pc:cxnChg>
        <pc:cxnChg chg="add mod">
          <ac:chgData name="Leo Hoarty" userId="d2d44a6739d0542d" providerId="LiveId" clId="{7E5D718A-5BD3-4726-9098-EDB1D15F455A}" dt="2023-11-29T23:51:47.882" v="139" actId="14100"/>
          <ac:cxnSpMkLst>
            <pc:docMk/>
            <pc:sldMk cId="2665143573" sldId="264"/>
            <ac:cxnSpMk id="53" creationId="{3EFCD8A1-B1E8-9B22-5C59-BA9BC2358E2C}"/>
          </ac:cxnSpMkLst>
        </pc:cxnChg>
        <pc:cxnChg chg="mod">
          <ac:chgData name="Leo Hoarty" userId="d2d44a6739d0542d" providerId="LiveId" clId="{7E5D718A-5BD3-4726-9098-EDB1D15F455A}" dt="2023-11-30T00:11:26.607" v="419" actId="1076"/>
          <ac:cxnSpMkLst>
            <pc:docMk/>
            <pc:sldMk cId="2665143573" sldId="264"/>
            <ac:cxnSpMk id="83" creationId="{14AD8121-B5DB-18A8-2230-2D532222514B}"/>
          </ac:cxnSpMkLst>
        </pc:cxnChg>
        <pc:cxnChg chg="mod">
          <ac:chgData name="Leo Hoarty" userId="d2d44a6739d0542d" providerId="LiveId" clId="{7E5D718A-5BD3-4726-9098-EDB1D15F455A}" dt="2023-11-30T00:11:29.861" v="420" actId="14100"/>
          <ac:cxnSpMkLst>
            <pc:docMk/>
            <pc:sldMk cId="2665143573" sldId="264"/>
            <ac:cxnSpMk id="84" creationId="{5FE15602-B796-CDB2-2215-40A555A18BA3}"/>
          </ac:cxnSpMkLst>
        </pc:cxnChg>
        <pc:cxnChg chg="mod">
          <ac:chgData name="Leo Hoarty" userId="d2d44a6739d0542d" providerId="LiveId" clId="{7E5D718A-5BD3-4726-9098-EDB1D15F455A}" dt="2023-11-30T00:11:21.551" v="417" actId="14100"/>
          <ac:cxnSpMkLst>
            <pc:docMk/>
            <pc:sldMk cId="2665143573" sldId="264"/>
            <ac:cxnSpMk id="93" creationId="{254FA664-33C6-0C89-8E20-460B3422A923}"/>
          </ac:cxnSpMkLst>
        </pc:cxnChg>
        <pc:cxnChg chg="mod">
          <ac:chgData name="Leo Hoarty" userId="d2d44a6739d0542d" providerId="LiveId" clId="{7E5D718A-5BD3-4726-9098-EDB1D15F455A}" dt="2023-11-29T23:52:44.527" v="159" actId="12789"/>
          <ac:cxnSpMkLst>
            <pc:docMk/>
            <pc:sldMk cId="2665143573" sldId="264"/>
            <ac:cxnSpMk id="98" creationId="{59AC9266-04A9-3C18-B955-7C087947645A}"/>
          </ac:cxnSpMkLst>
        </pc:cxnChg>
      </pc:sldChg>
      <pc:sldChg chg="addSp delSp modSp add mod">
        <pc:chgData name="Leo Hoarty" userId="d2d44a6739d0542d" providerId="LiveId" clId="{7E5D718A-5BD3-4726-9098-EDB1D15F455A}" dt="2023-11-30T00:19:29.061" v="493" actId="14100"/>
        <pc:sldMkLst>
          <pc:docMk/>
          <pc:sldMk cId="1493252647" sldId="267"/>
        </pc:sldMkLst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3" creationId="{6E66B6C1-5FDB-E070-741C-34173E4853BA}"/>
          </ac:spMkLst>
        </pc:spChg>
        <pc:spChg chg="del">
          <ac:chgData name="Leo Hoarty" userId="d2d44a6739d0542d" providerId="LiveId" clId="{7E5D718A-5BD3-4726-9098-EDB1D15F455A}" dt="2023-11-30T00:16:30.328" v="452" actId="478"/>
          <ac:spMkLst>
            <pc:docMk/>
            <pc:sldMk cId="1493252647" sldId="267"/>
            <ac:spMk id="4" creationId="{E9597E55-8074-9747-CC20-D3338DE539CE}"/>
          </ac:spMkLst>
        </pc:spChg>
        <pc:spChg chg="del">
          <ac:chgData name="Leo Hoarty" userId="d2d44a6739d0542d" providerId="LiveId" clId="{7E5D718A-5BD3-4726-9098-EDB1D15F455A}" dt="2023-11-30T00:16:15.159" v="448" actId="478"/>
          <ac:spMkLst>
            <pc:docMk/>
            <pc:sldMk cId="1493252647" sldId="267"/>
            <ac:spMk id="5" creationId="{E80FF061-F54F-B368-0199-9D6EC87F83E7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6" creationId="{AD56DCCF-35DF-28F8-6A1A-A0F911F66925}"/>
          </ac:spMkLst>
        </pc:spChg>
        <pc:spChg chg="mod topLvl">
          <ac:chgData name="Leo Hoarty" userId="d2d44a6739d0542d" providerId="LiveId" clId="{7E5D718A-5BD3-4726-9098-EDB1D15F455A}" dt="2023-11-30T00:16:58.066" v="457" actId="1076"/>
          <ac:spMkLst>
            <pc:docMk/>
            <pc:sldMk cId="1493252647" sldId="267"/>
            <ac:spMk id="7" creationId="{AD930ACE-0327-9B8F-8305-0BB075721C98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8" creationId="{8AC9530D-9ADB-F827-CA90-F44D36DD2C5F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9" creationId="{ED7B5943-C3BC-EEB8-5379-A4B062DB5560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10" creationId="{FE06C453-6FC4-3F35-B5F9-BBB20B8B11BC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11" creationId="{C41B245C-60A2-EEF6-2C97-B1E323CA5BB0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12" creationId="{47ACC62E-1EFA-11BC-22BA-863065941210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13" creationId="{F03BF0BF-F714-49ED-CD87-15AD9C95AC3F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14" creationId="{37CC177E-B6F3-9CFB-B878-653EEF839BA4}"/>
          </ac:spMkLst>
        </pc:spChg>
        <pc:spChg chg="mod topLvl">
          <ac:chgData name="Leo Hoarty" userId="d2d44a6739d0542d" providerId="LiveId" clId="{7E5D718A-5BD3-4726-9098-EDB1D15F455A}" dt="2023-11-30T00:16:58.066" v="457" actId="1076"/>
          <ac:spMkLst>
            <pc:docMk/>
            <pc:sldMk cId="1493252647" sldId="267"/>
            <ac:spMk id="16" creationId="{CA0755EE-0F0F-1C69-99E4-0E8ECD03D4F5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17" creationId="{1C678427-8545-52A7-E7A7-C088E6217D1F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18" creationId="{01385D5F-7E55-5B0A-296D-DEBE836D3EF1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19" creationId="{FD4F7430-43B6-2FA2-F946-FFC81C3B2322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20" creationId="{8ADCE794-84CD-451F-4330-E5D8BA52191E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21" creationId="{F42A8A04-8F21-36D1-F094-3DEE244F7235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22" creationId="{553C131C-8192-920C-AF7A-61A5B6A9829D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23" creationId="{F1928045-C316-E607-3CB4-54A72CAAA7E4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24" creationId="{0C96B8CB-897F-A871-9149-B573C0570295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25" creationId="{CD565C98-03ED-16AD-EEA0-136891C0EF33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31" creationId="{B1A85970-39EA-119A-9886-96E4095AC08F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32" creationId="{B29DA5BF-E658-B9E6-4E9B-A7996F21299B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34" creationId="{A5015D42-9980-8C0E-DAED-DC4177AFFA75}"/>
          </ac:spMkLst>
        </pc:spChg>
        <pc:spChg chg="del mod">
          <ac:chgData name="Leo Hoarty" userId="d2d44a6739d0542d" providerId="LiveId" clId="{7E5D718A-5BD3-4726-9098-EDB1D15F455A}" dt="2023-11-30T00:16:40.960" v="455" actId="478"/>
          <ac:spMkLst>
            <pc:docMk/>
            <pc:sldMk cId="1493252647" sldId="267"/>
            <ac:spMk id="35" creationId="{9CED6CDF-2FC7-A490-31CF-71E1D42DC2DC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36" creationId="{1C158A34-8387-6972-E11E-EED3B9E3FB4B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37" creationId="{BCD75037-2967-026B-90E1-98817D574AA4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38" creationId="{3840CD29-BB73-E6E9-EA1F-76527BD1B812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39" creationId="{04A51B2E-B226-DE34-2F16-4479EA39708B}"/>
          </ac:spMkLst>
        </pc:spChg>
        <pc:spChg chg="mod">
          <ac:chgData name="Leo Hoarty" userId="d2d44a6739d0542d" providerId="LiveId" clId="{7E5D718A-5BD3-4726-9098-EDB1D15F455A}" dt="2023-11-30T00:16:06.838" v="446" actId="1076"/>
          <ac:spMkLst>
            <pc:docMk/>
            <pc:sldMk cId="1493252647" sldId="267"/>
            <ac:spMk id="40" creationId="{CE2468E0-602A-AE6A-7C7C-20A42938DBDE}"/>
          </ac:spMkLst>
        </pc:spChg>
        <pc:spChg chg="mod">
          <ac:chgData name="Leo Hoarty" userId="d2d44a6739d0542d" providerId="LiveId" clId="{7E5D718A-5BD3-4726-9098-EDB1D15F455A}" dt="2023-11-30T00:16:06.838" v="446" actId="1076"/>
          <ac:spMkLst>
            <pc:docMk/>
            <pc:sldMk cId="1493252647" sldId="267"/>
            <ac:spMk id="41" creationId="{9D2088FA-10EB-9917-3946-7022C614BFF5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42" creationId="{DFB74683-E0DC-F9DF-0AB2-CA99BEC79ECD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43" creationId="{EF13D1AD-6E02-BDAB-6F64-DF6EAD22495C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45" creationId="{07938BF5-2DC9-62E6-6AE0-F4885CB23AA0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46" creationId="{3098A7EA-4740-3580-9705-45D2A5E791FD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47" creationId="{1C4EAE08-A3F1-DE80-9F2C-9ABDB461165E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48" creationId="{B9B2E3B1-5AB9-8195-19F2-F0E088B58306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49" creationId="{C8B51901-A189-F853-E464-AC9E8426F627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52" creationId="{5837E66D-3F84-DC9A-0728-EC0DABA16742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53" creationId="{8E789C6D-0ED6-A499-14FA-EAC225E66881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54" creationId="{53CBCCBE-A3C3-B306-9CBB-8F62C00CCB55}"/>
          </ac:spMkLst>
        </pc:spChg>
        <pc:spChg chg="mod topLvl">
          <ac:chgData name="Leo Hoarty" userId="d2d44a6739d0542d" providerId="LiveId" clId="{7E5D718A-5BD3-4726-9098-EDB1D15F455A}" dt="2023-11-30T00:18:21.941" v="475" actId="1076"/>
          <ac:spMkLst>
            <pc:docMk/>
            <pc:sldMk cId="1493252647" sldId="267"/>
            <ac:spMk id="55" creationId="{80BA1BC7-7FDD-56CD-780E-48A0C7E0BC93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56" creationId="{CFB8A986-FDA0-2B6E-D55C-548B9E30DB08}"/>
          </ac:spMkLst>
        </pc:spChg>
        <pc:spChg chg="add mod">
          <ac:chgData name="Leo Hoarty" userId="d2d44a6739d0542d" providerId="LiveId" clId="{7E5D718A-5BD3-4726-9098-EDB1D15F455A}" dt="2023-11-30T00:18:47.679" v="482" actId="20577"/>
          <ac:spMkLst>
            <pc:docMk/>
            <pc:sldMk cId="1493252647" sldId="267"/>
            <ac:spMk id="58" creationId="{5D2BA1C4-B7A8-DAD1-662D-7617B8F5B433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66" creationId="{AE65F2FE-14D6-EC7C-A4D2-7274877EB8C5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67" creationId="{D224E861-3158-B0CC-7789-4722C650D927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69" creationId="{C1CE8BE1-3449-6A6A-766A-FC05894CAD70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71" creationId="{067328BF-CB9A-72F7-349E-047883185D5E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74" creationId="{9280A0B2-8AD5-E1BD-DDB0-640A7FB64D27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80" creationId="{3AEDFEF9-4145-36B6-5BD4-13610E245369}"/>
          </ac:spMkLst>
        </pc:spChg>
        <pc:spChg chg="mod topLvl">
          <ac:chgData name="Leo Hoarty" userId="d2d44a6739d0542d" providerId="LiveId" clId="{7E5D718A-5BD3-4726-9098-EDB1D15F455A}" dt="2023-11-30T00:18:41.534" v="479" actId="20577"/>
          <ac:spMkLst>
            <pc:docMk/>
            <pc:sldMk cId="1493252647" sldId="267"/>
            <ac:spMk id="82" creationId="{B5442490-3469-0DB8-7D77-31C0796C1B52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85" creationId="{E0F35FD6-AD9F-EC8E-0671-1F3695F2D363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86" creationId="{7EC6FBCC-9FD0-253D-C4CE-4ADB2BA94888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87" creationId="{096B9B02-1988-1E02-76B8-C0C422ACD451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88" creationId="{091BD9A1-F984-6496-2856-EF8423B0BE9D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89" creationId="{BE25DC28-CAB6-6CB0-E718-D17D9B4C813F}"/>
          </ac:spMkLst>
        </pc:spChg>
        <pc:spChg chg="mod topLvl">
          <ac:chgData name="Leo Hoarty" userId="d2d44a6739d0542d" providerId="LiveId" clId="{7E5D718A-5BD3-4726-9098-EDB1D15F455A}" dt="2023-11-30T00:19:16.827" v="489" actId="1076"/>
          <ac:spMkLst>
            <pc:docMk/>
            <pc:sldMk cId="1493252647" sldId="267"/>
            <ac:spMk id="90" creationId="{842A59CB-222B-FF32-B8C9-175BDB001C6D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108" creationId="{96C8AB0A-92C4-7482-026C-DBA27BCB8DCF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109" creationId="{F2DB01E2-02B4-B34E-7665-67B6FEE87073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110" creationId="{4B7FF276-251A-26E5-FC1B-CEAEFD3E447B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111" creationId="{38DF48EA-3AA3-A10F-0E75-5BAD31B00C21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112" creationId="{B007C4BF-13B2-C380-7913-F0D143443B4F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113" creationId="{B3DA40FF-C5FF-9232-3BE1-4F9343FE7A65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114" creationId="{35E8921F-D80B-00D7-D8DD-6A8105B6AAAD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124" creationId="{9C309E07-BD5D-40F5-2522-9E8ACDA182CE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125" creationId="{4F57908C-7BB2-8F14-BFE1-E75059074535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126" creationId="{B5E8230D-7B5A-4C43-644F-C564588F816C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137" creationId="{87F18A06-DFC6-EC4D-7545-25F76988504E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138" creationId="{B350C786-2AD2-9610-CB2E-A7DE8298A770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139" creationId="{0506F576-3B56-C43E-873E-B6EF62B822F8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140" creationId="{ACE626B3-DA36-3FA4-E9E7-F5B82E4D0694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141" creationId="{FCA4B8F4-E2BD-AEC8-0AB8-9CB6875FB3C4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143" creationId="{431B9FBD-DBC8-7827-EAEA-6A305F28E993}"/>
          </ac:spMkLst>
        </pc:spChg>
        <pc:spChg chg="del">
          <ac:chgData name="Leo Hoarty" userId="d2d44a6739d0542d" providerId="LiveId" clId="{7E5D718A-5BD3-4726-9098-EDB1D15F455A}" dt="2023-11-30T00:16:21.010" v="450" actId="478"/>
          <ac:spMkLst>
            <pc:docMk/>
            <pc:sldMk cId="1493252647" sldId="267"/>
            <ac:spMk id="146" creationId="{2FD5BF67-63DE-FD85-B595-F9F459C3B0FC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160" creationId="{4EA4033C-0BFE-0BCA-68EF-54C827A9378E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161" creationId="{4C03F004-ABAA-0909-B1F0-77F5E251660B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162" creationId="{70E97F65-E5CD-9488-C442-3BE26A378BAA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163" creationId="{2600A631-A542-964A-1C11-A942CC603925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182" creationId="{C754791F-27EC-DBCB-B8CE-050F91E6F174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183" creationId="{540D606A-8060-70DB-78F0-136096A145AD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184" creationId="{45913A2E-0B4C-9255-7822-F5BD913F43F7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185" creationId="{329BDAD0-BC50-5A20-C5D7-ACA80701E93F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186" creationId="{DA61A7B4-380D-B1CD-0998-43B5D460226D}"/>
          </ac:spMkLst>
        </pc:spChg>
        <pc:spChg chg="mod topLvl">
          <ac:chgData name="Leo Hoarty" userId="d2d44a6739d0542d" providerId="LiveId" clId="{7E5D718A-5BD3-4726-9098-EDB1D15F455A}" dt="2023-11-30T00:16:53.326" v="456" actId="165"/>
          <ac:spMkLst>
            <pc:docMk/>
            <pc:sldMk cId="1493252647" sldId="267"/>
            <ac:spMk id="187" creationId="{8FBBAC90-5575-D731-1602-3BCD7C092CC4}"/>
          </ac:spMkLst>
        </pc:spChg>
        <pc:grpChg chg="del mod">
          <ac:chgData name="Leo Hoarty" userId="d2d44a6739d0542d" providerId="LiveId" clId="{7E5D718A-5BD3-4726-9098-EDB1D15F455A}" dt="2023-11-30T00:16:53.326" v="456" actId="165"/>
          <ac:grpSpMkLst>
            <pc:docMk/>
            <pc:sldMk cId="1493252647" sldId="267"/>
            <ac:grpSpMk id="33" creationId="{B543D0B8-E8FF-51C2-EB77-760D99D55691}"/>
          </ac:grpSpMkLst>
        </pc:grpChg>
        <pc:picChg chg="mod">
          <ac:chgData name="Leo Hoarty" userId="d2d44a6739d0542d" providerId="LiveId" clId="{7E5D718A-5BD3-4726-9098-EDB1D15F455A}" dt="2023-11-30T00:16:34.717" v="453" actId="1076"/>
          <ac:picMkLst>
            <pc:docMk/>
            <pc:sldMk cId="1493252647" sldId="267"/>
            <ac:picMk id="44" creationId="{A6DC53B0-A90F-2F8C-989F-0985515F4F5E}"/>
          </ac:picMkLst>
        </pc:picChg>
        <pc:cxnChg chg="mod topLvl">
          <ac:chgData name="Leo Hoarty" userId="d2d44a6739d0542d" providerId="LiveId" clId="{7E5D718A-5BD3-4726-9098-EDB1D15F455A}" dt="2023-11-30T00:16:53.326" v="456" actId="165"/>
          <ac:cxnSpMkLst>
            <pc:docMk/>
            <pc:sldMk cId="1493252647" sldId="267"/>
            <ac:cxnSpMk id="15" creationId="{F04C2B45-375F-E4CD-28EE-2C5B21E0652A}"/>
          </ac:cxnSpMkLst>
        </pc:cxnChg>
        <pc:cxnChg chg="mod topLvl">
          <ac:chgData name="Leo Hoarty" userId="d2d44a6739d0542d" providerId="LiveId" clId="{7E5D718A-5BD3-4726-9098-EDB1D15F455A}" dt="2023-11-30T00:16:53.326" v="456" actId="165"/>
          <ac:cxnSpMkLst>
            <pc:docMk/>
            <pc:sldMk cId="1493252647" sldId="267"/>
            <ac:cxnSpMk id="26" creationId="{B244FD8A-2DED-F8E6-8272-CD4F4FC5C33D}"/>
          </ac:cxnSpMkLst>
        </pc:cxnChg>
        <pc:cxnChg chg="mod topLvl">
          <ac:chgData name="Leo Hoarty" userId="d2d44a6739d0542d" providerId="LiveId" clId="{7E5D718A-5BD3-4726-9098-EDB1D15F455A}" dt="2023-11-30T00:16:53.326" v="456" actId="165"/>
          <ac:cxnSpMkLst>
            <pc:docMk/>
            <pc:sldMk cId="1493252647" sldId="267"/>
            <ac:cxnSpMk id="27" creationId="{ABF00811-C7B4-2DE0-5415-FD2B2FBDF152}"/>
          </ac:cxnSpMkLst>
        </pc:cxnChg>
        <pc:cxnChg chg="mod topLvl">
          <ac:chgData name="Leo Hoarty" userId="d2d44a6739d0542d" providerId="LiveId" clId="{7E5D718A-5BD3-4726-9098-EDB1D15F455A}" dt="2023-11-30T00:16:53.326" v="456" actId="165"/>
          <ac:cxnSpMkLst>
            <pc:docMk/>
            <pc:sldMk cId="1493252647" sldId="267"/>
            <ac:cxnSpMk id="28" creationId="{1D3E5C4A-EBA7-C244-EAEB-D4179BAF3EAC}"/>
          </ac:cxnSpMkLst>
        </pc:cxnChg>
        <pc:cxnChg chg="mod topLvl">
          <ac:chgData name="Leo Hoarty" userId="d2d44a6739d0542d" providerId="LiveId" clId="{7E5D718A-5BD3-4726-9098-EDB1D15F455A}" dt="2023-11-30T00:16:53.326" v="456" actId="165"/>
          <ac:cxnSpMkLst>
            <pc:docMk/>
            <pc:sldMk cId="1493252647" sldId="267"/>
            <ac:cxnSpMk id="29" creationId="{BA5C9AB9-FB1F-CC9F-3DCF-A29EC0298FE2}"/>
          </ac:cxnSpMkLst>
        </pc:cxnChg>
        <pc:cxnChg chg="mod topLvl">
          <ac:chgData name="Leo Hoarty" userId="d2d44a6739d0542d" providerId="LiveId" clId="{7E5D718A-5BD3-4726-9098-EDB1D15F455A}" dt="2023-11-30T00:16:53.326" v="456" actId="165"/>
          <ac:cxnSpMkLst>
            <pc:docMk/>
            <pc:sldMk cId="1493252647" sldId="267"/>
            <ac:cxnSpMk id="30" creationId="{1EBCDAC9-D07F-B87C-B697-D23ADBBB889A}"/>
          </ac:cxnSpMkLst>
        </pc:cxnChg>
        <pc:cxnChg chg="add mod">
          <ac:chgData name="Leo Hoarty" userId="d2d44a6739d0542d" providerId="LiveId" clId="{7E5D718A-5BD3-4726-9098-EDB1D15F455A}" dt="2023-11-30T00:18:01.339" v="460" actId="14100"/>
          <ac:cxnSpMkLst>
            <pc:docMk/>
            <pc:sldMk cId="1493252647" sldId="267"/>
            <ac:cxnSpMk id="50" creationId="{3376B8F4-52C6-8A3F-F1F1-DE3884CE297B}"/>
          </ac:cxnSpMkLst>
        </pc:cxnChg>
        <pc:cxnChg chg="add mod">
          <ac:chgData name="Leo Hoarty" userId="d2d44a6739d0542d" providerId="LiveId" clId="{7E5D718A-5BD3-4726-9098-EDB1D15F455A}" dt="2023-11-30T00:18:57.644" v="484" actId="14100"/>
          <ac:cxnSpMkLst>
            <pc:docMk/>
            <pc:sldMk cId="1493252647" sldId="267"/>
            <ac:cxnSpMk id="59" creationId="{6689EA22-6490-5916-9E95-C37CC19195F9}"/>
          </ac:cxnSpMkLst>
        </pc:cxnChg>
        <pc:cxnChg chg="add mod">
          <ac:chgData name="Leo Hoarty" userId="d2d44a6739d0542d" providerId="LiveId" clId="{7E5D718A-5BD3-4726-9098-EDB1D15F455A}" dt="2023-11-30T00:19:24.680" v="492" actId="14100"/>
          <ac:cxnSpMkLst>
            <pc:docMk/>
            <pc:sldMk cId="1493252647" sldId="267"/>
            <ac:cxnSpMk id="64" creationId="{27639525-5107-6798-B3AD-989FABE015F6}"/>
          </ac:cxnSpMkLst>
        </pc:cxnChg>
        <pc:cxnChg chg="mod topLvl">
          <ac:chgData name="Leo Hoarty" userId="d2d44a6739d0542d" providerId="LiveId" clId="{7E5D718A-5BD3-4726-9098-EDB1D15F455A}" dt="2023-11-30T00:16:53.326" v="456" actId="165"/>
          <ac:cxnSpMkLst>
            <pc:docMk/>
            <pc:sldMk cId="1493252647" sldId="267"/>
            <ac:cxnSpMk id="76" creationId="{F62661E7-B0DC-1F7E-71D3-AFEB3C7EB2F7}"/>
          </ac:cxnSpMkLst>
        </pc:cxnChg>
        <pc:cxnChg chg="mod topLvl">
          <ac:chgData name="Leo Hoarty" userId="d2d44a6739d0542d" providerId="LiveId" clId="{7E5D718A-5BD3-4726-9098-EDB1D15F455A}" dt="2023-11-30T00:16:53.326" v="456" actId="165"/>
          <ac:cxnSpMkLst>
            <pc:docMk/>
            <pc:sldMk cId="1493252647" sldId="267"/>
            <ac:cxnSpMk id="78" creationId="{FEF6B718-C931-6A5A-9C42-72600059DA46}"/>
          </ac:cxnSpMkLst>
        </pc:cxnChg>
        <pc:cxnChg chg="mod topLvl">
          <ac:chgData name="Leo Hoarty" userId="d2d44a6739d0542d" providerId="LiveId" clId="{7E5D718A-5BD3-4726-9098-EDB1D15F455A}" dt="2023-11-30T00:16:53.326" v="456" actId="165"/>
          <ac:cxnSpMkLst>
            <pc:docMk/>
            <pc:sldMk cId="1493252647" sldId="267"/>
            <ac:cxnSpMk id="83" creationId="{14AD8121-B5DB-18A8-2230-2D532222514B}"/>
          </ac:cxnSpMkLst>
        </pc:cxnChg>
        <pc:cxnChg chg="mod topLvl">
          <ac:chgData name="Leo Hoarty" userId="d2d44a6739d0542d" providerId="LiveId" clId="{7E5D718A-5BD3-4726-9098-EDB1D15F455A}" dt="2023-11-30T00:19:12.523" v="488" actId="14100"/>
          <ac:cxnSpMkLst>
            <pc:docMk/>
            <pc:sldMk cId="1493252647" sldId="267"/>
            <ac:cxnSpMk id="84" creationId="{5FE15602-B796-CDB2-2215-40A555A18BA3}"/>
          </ac:cxnSpMkLst>
        </pc:cxnChg>
        <pc:cxnChg chg="mod topLvl">
          <ac:chgData name="Leo Hoarty" userId="d2d44a6739d0542d" providerId="LiveId" clId="{7E5D718A-5BD3-4726-9098-EDB1D15F455A}" dt="2023-11-30T00:16:53.326" v="456" actId="165"/>
          <ac:cxnSpMkLst>
            <pc:docMk/>
            <pc:sldMk cId="1493252647" sldId="267"/>
            <ac:cxnSpMk id="93" creationId="{254FA664-33C6-0C89-8E20-460B3422A923}"/>
          </ac:cxnSpMkLst>
        </pc:cxnChg>
        <pc:cxnChg chg="mod topLvl">
          <ac:chgData name="Leo Hoarty" userId="d2d44a6739d0542d" providerId="LiveId" clId="{7E5D718A-5BD3-4726-9098-EDB1D15F455A}" dt="2023-11-30T00:19:29.061" v="493" actId="14100"/>
          <ac:cxnSpMkLst>
            <pc:docMk/>
            <pc:sldMk cId="1493252647" sldId="267"/>
            <ac:cxnSpMk id="98" creationId="{59AC9266-04A9-3C18-B955-7C087947645A}"/>
          </ac:cxnSpMkLst>
        </pc:cxnChg>
        <pc:cxnChg chg="mod topLvl">
          <ac:chgData name="Leo Hoarty" userId="d2d44a6739d0542d" providerId="LiveId" clId="{7E5D718A-5BD3-4726-9098-EDB1D15F455A}" dt="2023-11-30T00:16:53.326" v="456" actId="165"/>
          <ac:cxnSpMkLst>
            <pc:docMk/>
            <pc:sldMk cId="1493252647" sldId="267"/>
            <ac:cxnSpMk id="100" creationId="{FFF21DEC-397B-B1F1-19AB-C5CA6D92A165}"/>
          </ac:cxnSpMkLst>
        </pc:cxnChg>
        <pc:cxnChg chg="mod topLvl">
          <ac:chgData name="Leo Hoarty" userId="d2d44a6739d0542d" providerId="LiveId" clId="{7E5D718A-5BD3-4726-9098-EDB1D15F455A}" dt="2023-11-30T00:16:58.066" v="457" actId="1076"/>
          <ac:cxnSpMkLst>
            <pc:docMk/>
            <pc:sldMk cId="1493252647" sldId="267"/>
            <ac:cxnSpMk id="102" creationId="{350D9629-A604-8055-E81D-5C254DB01414}"/>
          </ac:cxnSpMkLst>
        </pc:cxnChg>
        <pc:cxnChg chg="mod topLvl">
          <ac:chgData name="Leo Hoarty" userId="d2d44a6739d0542d" providerId="LiveId" clId="{7E5D718A-5BD3-4726-9098-EDB1D15F455A}" dt="2023-11-30T00:16:58.066" v="457" actId="1076"/>
          <ac:cxnSpMkLst>
            <pc:docMk/>
            <pc:sldMk cId="1493252647" sldId="267"/>
            <ac:cxnSpMk id="103" creationId="{876C1D4C-946A-1B1E-2E6A-B0582FAB4BE3}"/>
          </ac:cxnSpMkLst>
        </pc:cxnChg>
        <pc:cxnChg chg="mod topLvl">
          <ac:chgData name="Leo Hoarty" userId="d2d44a6739d0542d" providerId="LiveId" clId="{7E5D718A-5BD3-4726-9098-EDB1D15F455A}" dt="2023-11-30T00:16:53.326" v="456" actId="165"/>
          <ac:cxnSpMkLst>
            <pc:docMk/>
            <pc:sldMk cId="1493252647" sldId="267"/>
            <ac:cxnSpMk id="105" creationId="{9A666347-BA40-B1D0-FFD8-F7DC1B5EC7C1}"/>
          </ac:cxnSpMkLst>
        </pc:cxnChg>
        <pc:cxnChg chg="mod topLvl">
          <ac:chgData name="Leo Hoarty" userId="d2d44a6739d0542d" providerId="LiveId" clId="{7E5D718A-5BD3-4726-9098-EDB1D15F455A}" dt="2023-11-30T00:16:53.326" v="456" actId="165"/>
          <ac:cxnSpMkLst>
            <pc:docMk/>
            <pc:sldMk cId="1493252647" sldId="267"/>
            <ac:cxnSpMk id="107" creationId="{2D8B983E-A459-2819-2073-D5494C2E4314}"/>
          </ac:cxnSpMkLst>
        </pc:cxnChg>
      </pc:sldChg>
    </pc:docChg>
  </pc:docChgLst>
  <pc:docChgLst>
    <pc:chgData name="Leo Hoarty" userId="d2d44a6739d0542d" providerId="LiveId" clId="{CCFAC032-0B3E-4260-BE9E-07D9BC795C55}"/>
    <pc:docChg chg="undo custSel addSld delSld modSld">
      <pc:chgData name="Leo Hoarty" userId="d2d44a6739d0542d" providerId="LiveId" clId="{CCFAC032-0B3E-4260-BE9E-07D9BC795C55}" dt="2023-11-26T10:23:33.954" v="410" actId="1076"/>
      <pc:docMkLst>
        <pc:docMk/>
      </pc:docMkLst>
      <pc:sldChg chg="del">
        <pc:chgData name="Leo Hoarty" userId="d2d44a6739d0542d" providerId="LiveId" clId="{CCFAC032-0B3E-4260-BE9E-07D9BC795C55}" dt="2023-11-26T09:55:52.292" v="203" actId="2696"/>
        <pc:sldMkLst>
          <pc:docMk/>
          <pc:sldMk cId="973853617" sldId="259"/>
        </pc:sldMkLst>
      </pc:sldChg>
      <pc:sldChg chg="delSp modSp add mod">
        <pc:chgData name="Leo Hoarty" userId="d2d44a6739d0542d" providerId="LiveId" clId="{CCFAC032-0B3E-4260-BE9E-07D9BC795C55}" dt="2023-11-26T09:56:30.692" v="221" actId="1076"/>
        <pc:sldMkLst>
          <pc:docMk/>
          <pc:sldMk cId="1416708847" sldId="259"/>
        </pc:sldMkLst>
        <pc:spChg chg="mod">
          <ac:chgData name="Leo Hoarty" userId="d2d44a6739d0542d" providerId="LiveId" clId="{CCFAC032-0B3E-4260-BE9E-07D9BC795C55}" dt="2023-11-26T09:56:30.692" v="221" actId="1076"/>
          <ac:spMkLst>
            <pc:docMk/>
            <pc:sldMk cId="1416708847" sldId="259"/>
            <ac:spMk id="2" creationId="{9257C450-FC61-70A1-1740-1891FC4D12DA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3" creationId="{6E66B6C1-5FDB-E070-741C-34173E4853BA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4" creationId="{E9597E55-8074-9747-CC20-D3338DE539CE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5" creationId="{E80FF061-F54F-B368-0199-9D6EC87F83E7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6" creationId="{AD56DCCF-35DF-28F8-6A1A-A0F911F66925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7" creationId="{AD930ACE-0327-9B8F-8305-0BB075721C98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8" creationId="{8AC9530D-9ADB-F827-CA90-F44D36DD2C5F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9" creationId="{ED7B5943-C3BC-EEB8-5379-A4B062DB5560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10" creationId="{FE06C453-6FC4-3F35-B5F9-BBB20B8B11BC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11" creationId="{C41B245C-60A2-EEF6-2C97-B1E323CA5BB0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16" creationId="{CA0755EE-0F0F-1C69-99E4-0E8ECD03D4F5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17" creationId="{1C678427-8545-52A7-E7A7-C088E6217D1F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18" creationId="{01385D5F-7E55-5B0A-296D-DEBE836D3EF1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19" creationId="{8BE818B9-EB63-91F4-768C-2848E7FC43DF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20" creationId="{EDEF5DE1-83B9-3200-363E-E22FD49A737D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21" creationId="{F42A8A04-8F21-36D1-F094-3DEE244F7235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22" creationId="{553C131C-8192-920C-AF7A-61A5B6A9829D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23" creationId="{F1928045-C316-E607-3CB4-54A72CAAA7E4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25" creationId="{CD565C98-03ED-16AD-EEA0-136891C0EF33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31" creationId="{C5EEA17B-7D22-D68E-8275-38659C5A0EF7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32" creationId="{B7DDE47F-AB44-C5E2-6DAE-6FB3BF3CE545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33" creationId="{0CA553C8-ED6B-9CFE-86C2-F86188DBDB7B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34" creationId="{A5015D42-9980-8C0E-DAED-DC4177AFFA75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35" creationId="{E50B1E47-03AD-EEA7-FBCD-EB2CD4871C60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36" creationId="{EB2C0E6A-12D8-C4BB-0C85-8CDEBB1A43E8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37" creationId="{22395F98-8DD6-B6AA-C2F4-51BDBC008D09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39" creationId="{68EA6404-F7C2-E00A-AE25-FEFA074EA0CE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40" creationId="{98B3AD35-1369-477C-13D9-6C16DDB22FA8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41" creationId="{D4E93783-C351-2271-E291-040E0F03187D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50" creationId="{32F5A54F-1757-FFE7-3B52-BFF135632145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51" creationId="{CB2EAD8F-2B02-2ED1-A14A-C43408B64556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52" creationId="{5837E66D-3F84-DC9A-0728-EC0DABA16742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53" creationId="{8E789C6D-0ED6-A499-14FA-EAC225E66881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54" creationId="{53CBCCBE-A3C3-B306-9CBB-8F62C00CCB55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55" creationId="{80BA1BC7-7FDD-56CD-780E-48A0C7E0BC93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56" creationId="{7CC4002F-CA2F-91DA-5C57-10D8D8A23C8D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60" creationId="{36CEB499-3BA0-7099-E9E7-4FF84A48FF9B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63" creationId="{C0DDEADF-6D69-6719-AA54-9E334A807DAB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64" creationId="{EFBF6C8F-9957-C137-2CF2-D8945BCF5006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65" creationId="{89D637CE-210C-7837-AF69-B1526C306E13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66" creationId="{AE65F2FE-14D6-EC7C-A4D2-7274877EB8C5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67" creationId="{D224E861-3158-B0CC-7789-4722C650D927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69" creationId="{C1CE8BE1-3449-6A6A-766A-FC05894CAD70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72" creationId="{95A28B79-39FC-86BF-AE8A-D2C559FEE542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73" creationId="{698662CC-FAAC-CACC-649A-31DE8F4035C1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82" creationId="{B5442490-3469-0DB8-7D77-31C0796C1B52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85" creationId="{E0F35FD6-AD9F-EC8E-0671-1F3695F2D363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86" creationId="{7EC6FBCC-9FD0-253D-C4CE-4ADB2BA94888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87" creationId="{096B9B02-1988-1E02-76B8-C0C422ACD451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88" creationId="{091BD9A1-F984-6496-2856-EF8423B0BE9D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89" creationId="{BE25DC28-CAB6-6CB0-E718-D17D9B4C813F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90" creationId="{842A59CB-222B-FF32-B8C9-175BDB001C6D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92" creationId="{C5192A2A-2497-305C-4319-91471DCEABD3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94" creationId="{089C3575-EF4C-4347-0FD2-6B69730A69C8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108" creationId="{96C8AB0A-92C4-7482-026C-DBA27BCB8DCF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109" creationId="{F2DB01E2-02B4-B34E-7665-67B6FEE87073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110" creationId="{4B7FF276-251A-26E5-FC1B-CEAEFD3E447B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111" creationId="{38DF48EA-3AA3-A10F-0E75-5BAD31B00C21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112" creationId="{B007C4BF-13B2-C380-7913-F0D143443B4F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113" creationId="{B3DA40FF-C5FF-9232-3BE1-4F9343FE7A65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114" creationId="{35E8921F-D80B-00D7-D8DD-6A8105B6AAAD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124" creationId="{9C309E07-BD5D-40F5-2522-9E8ACDA182CE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125" creationId="{4F57908C-7BB2-8F14-BFE1-E75059074535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126" creationId="{B5E8230D-7B5A-4C43-644F-C564588F816C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127" creationId="{53B29D9B-021F-B83B-B190-08C56EC66AEE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137" creationId="{87F18A06-DFC6-EC4D-7545-25F76988504E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138" creationId="{B350C786-2AD2-9610-CB2E-A7DE8298A770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139" creationId="{0506F576-3B56-C43E-873E-B6EF62B822F8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140" creationId="{ACE626B3-DA36-3FA4-E9E7-F5B82E4D0694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141" creationId="{FCA4B8F4-E2BD-AEC8-0AB8-9CB6875FB3C4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143" creationId="{431B9FBD-DBC8-7827-EAEA-6A305F28E993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146" creationId="{2FD5BF67-63DE-FD85-B595-F9F459C3B0FC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154" creationId="{AE578505-10CE-EBB3-2391-7DB9F12774C6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155" creationId="{67EB8654-45CE-0ACD-6EEF-029BF75B8DF8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156" creationId="{2D0BC40F-2091-FCAA-F36C-B05CCD528968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157" creationId="{C27B6344-54F8-35DE-24F4-E9BC89FA2C9E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158" creationId="{CED88C57-3F5F-028E-F317-6D9C4D633565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160" creationId="{4EA4033C-0BFE-0BCA-68EF-54C827A9378E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161" creationId="{4C03F004-ABAA-0909-B1F0-77F5E251660B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162" creationId="{70E97F65-E5CD-9488-C442-3BE26A378BAA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163" creationId="{2600A631-A542-964A-1C11-A942CC603925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164" creationId="{2F829AE4-126F-B7E7-A152-DE8028E1CC19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165" creationId="{4C5BAD9A-5ECA-E72E-A2F1-4401ECC88534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166" creationId="{2047C33B-A5E8-4767-0DAC-635A04D55B5B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167" creationId="{A7CCA9CB-A4AE-A001-6ADD-186CCD6B6B20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168" creationId="{4A1C2521-449B-D691-3A25-B9E925FA3234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169" creationId="{5DF04730-36EC-33BB-179B-0A428CD35B7C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170" creationId="{B0E6DCC2-EAAB-6E11-79BF-F8E88C9A24BE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172" creationId="{4B306B43-E21A-29E0-6600-1BC90F441C32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173" creationId="{0843E021-4F71-2D4F-FDA2-511CACF36472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174" creationId="{BD6C6427-4C79-A962-FD93-6371E212928F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182" creationId="{C754791F-27EC-DBCB-B8CE-050F91E6F174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183" creationId="{540D606A-8060-70DB-78F0-136096A145AD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184" creationId="{45913A2E-0B4C-9255-7822-F5BD913F43F7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185" creationId="{329BDAD0-BC50-5A20-C5D7-ACA80701E93F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186" creationId="{DA61A7B4-380D-B1CD-0998-43B5D460226D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187" creationId="{8FBBAC90-5575-D731-1602-3BCD7C092CC4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188" creationId="{DDBC45ED-6EAB-ACEC-6309-2DFE7CC51219}"/>
          </ac:spMkLst>
        </pc:spChg>
        <pc:spChg chg="del">
          <ac:chgData name="Leo Hoarty" userId="d2d44a6739d0542d" providerId="LiveId" clId="{CCFAC032-0B3E-4260-BE9E-07D9BC795C55}" dt="2023-11-26T09:56:13.479" v="214" actId="478"/>
          <ac:spMkLst>
            <pc:docMk/>
            <pc:sldMk cId="1416708847" sldId="259"/>
            <ac:spMk id="189" creationId="{F4FE2E30-0A0C-2232-BA40-4E69DE43630D}"/>
          </ac:spMkLst>
        </pc:spChg>
        <pc:cxnChg chg="del">
          <ac:chgData name="Leo Hoarty" userId="d2d44a6739d0542d" providerId="LiveId" clId="{CCFAC032-0B3E-4260-BE9E-07D9BC795C55}" dt="2023-11-26T09:56:13.479" v="214" actId="478"/>
          <ac:cxnSpMkLst>
            <pc:docMk/>
            <pc:sldMk cId="1416708847" sldId="259"/>
            <ac:cxnSpMk id="15" creationId="{F04C2B45-375F-E4CD-28EE-2C5B21E0652A}"/>
          </ac:cxnSpMkLst>
        </pc:cxnChg>
        <pc:cxnChg chg="del">
          <ac:chgData name="Leo Hoarty" userId="d2d44a6739d0542d" providerId="LiveId" clId="{CCFAC032-0B3E-4260-BE9E-07D9BC795C55}" dt="2023-11-26T09:56:13.479" v="214" actId="478"/>
          <ac:cxnSpMkLst>
            <pc:docMk/>
            <pc:sldMk cId="1416708847" sldId="259"/>
            <ac:cxnSpMk id="26" creationId="{B244FD8A-2DED-F8E6-8272-CD4F4FC5C33D}"/>
          </ac:cxnSpMkLst>
        </pc:cxnChg>
        <pc:cxnChg chg="del">
          <ac:chgData name="Leo Hoarty" userId="d2d44a6739d0542d" providerId="LiveId" clId="{CCFAC032-0B3E-4260-BE9E-07D9BC795C55}" dt="2023-11-26T09:56:13.479" v="214" actId="478"/>
          <ac:cxnSpMkLst>
            <pc:docMk/>
            <pc:sldMk cId="1416708847" sldId="259"/>
            <ac:cxnSpMk id="27" creationId="{ABF00811-C7B4-2DE0-5415-FD2B2FBDF152}"/>
          </ac:cxnSpMkLst>
        </pc:cxnChg>
        <pc:cxnChg chg="del">
          <ac:chgData name="Leo Hoarty" userId="d2d44a6739d0542d" providerId="LiveId" clId="{CCFAC032-0B3E-4260-BE9E-07D9BC795C55}" dt="2023-11-26T09:56:13.479" v="214" actId="478"/>
          <ac:cxnSpMkLst>
            <pc:docMk/>
            <pc:sldMk cId="1416708847" sldId="259"/>
            <ac:cxnSpMk id="28" creationId="{1D3E5C4A-EBA7-C244-EAEB-D4179BAF3EAC}"/>
          </ac:cxnSpMkLst>
        </pc:cxnChg>
        <pc:cxnChg chg="del">
          <ac:chgData name="Leo Hoarty" userId="d2d44a6739d0542d" providerId="LiveId" clId="{CCFAC032-0B3E-4260-BE9E-07D9BC795C55}" dt="2023-11-26T09:56:13.479" v="214" actId="478"/>
          <ac:cxnSpMkLst>
            <pc:docMk/>
            <pc:sldMk cId="1416708847" sldId="259"/>
            <ac:cxnSpMk id="29" creationId="{BA5C9AB9-FB1F-CC9F-3DCF-A29EC0298FE2}"/>
          </ac:cxnSpMkLst>
        </pc:cxnChg>
        <pc:cxnChg chg="del">
          <ac:chgData name="Leo Hoarty" userId="d2d44a6739d0542d" providerId="LiveId" clId="{CCFAC032-0B3E-4260-BE9E-07D9BC795C55}" dt="2023-11-26T09:56:13.479" v="214" actId="478"/>
          <ac:cxnSpMkLst>
            <pc:docMk/>
            <pc:sldMk cId="1416708847" sldId="259"/>
            <ac:cxnSpMk id="30" creationId="{1EBCDAC9-D07F-B87C-B697-D23ADBBB889A}"/>
          </ac:cxnSpMkLst>
        </pc:cxnChg>
        <pc:cxnChg chg="del">
          <ac:chgData name="Leo Hoarty" userId="d2d44a6739d0542d" providerId="LiveId" clId="{CCFAC032-0B3E-4260-BE9E-07D9BC795C55}" dt="2023-11-26T09:56:13.479" v="214" actId="478"/>
          <ac:cxnSpMkLst>
            <pc:docMk/>
            <pc:sldMk cId="1416708847" sldId="259"/>
            <ac:cxnSpMk id="57" creationId="{1C3C38AC-705A-216B-297E-38F5C27B7A45}"/>
          </ac:cxnSpMkLst>
        </pc:cxnChg>
        <pc:cxnChg chg="del">
          <ac:chgData name="Leo Hoarty" userId="d2d44a6739d0542d" providerId="LiveId" clId="{CCFAC032-0B3E-4260-BE9E-07D9BC795C55}" dt="2023-11-26T09:56:13.479" v="214" actId="478"/>
          <ac:cxnSpMkLst>
            <pc:docMk/>
            <pc:sldMk cId="1416708847" sldId="259"/>
            <ac:cxnSpMk id="58" creationId="{78BA5124-1439-05B3-DE95-C9437E0D7A32}"/>
          </ac:cxnSpMkLst>
        </pc:cxnChg>
        <pc:cxnChg chg="del">
          <ac:chgData name="Leo Hoarty" userId="d2d44a6739d0542d" providerId="LiveId" clId="{CCFAC032-0B3E-4260-BE9E-07D9BC795C55}" dt="2023-11-26T09:56:13.479" v="214" actId="478"/>
          <ac:cxnSpMkLst>
            <pc:docMk/>
            <pc:sldMk cId="1416708847" sldId="259"/>
            <ac:cxnSpMk id="62" creationId="{44ABBEA9-FC34-4E51-85F0-A094ECCBA173}"/>
          </ac:cxnSpMkLst>
        </pc:cxnChg>
        <pc:cxnChg chg="del">
          <ac:chgData name="Leo Hoarty" userId="d2d44a6739d0542d" providerId="LiveId" clId="{CCFAC032-0B3E-4260-BE9E-07D9BC795C55}" dt="2023-11-26T09:56:13.479" v="214" actId="478"/>
          <ac:cxnSpMkLst>
            <pc:docMk/>
            <pc:sldMk cId="1416708847" sldId="259"/>
            <ac:cxnSpMk id="83" creationId="{14AD8121-B5DB-18A8-2230-2D532222514B}"/>
          </ac:cxnSpMkLst>
        </pc:cxnChg>
        <pc:cxnChg chg="del">
          <ac:chgData name="Leo Hoarty" userId="d2d44a6739d0542d" providerId="LiveId" clId="{CCFAC032-0B3E-4260-BE9E-07D9BC795C55}" dt="2023-11-26T09:56:13.479" v="214" actId="478"/>
          <ac:cxnSpMkLst>
            <pc:docMk/>
            <pc:sldMk cId="1416708847" sldId="259"/>
            <ac:cxnSpMk id="84" creationId="{5FE15602-B796-CDB2-2215-40A555A18BA3}"/>
          </ac:cxnSpMkLst>
        </pc:cxnChg>
        <pc:cxnChg chg="del">
          <ac:chgData name="Leo Hoarty" userId="d2d44a6739d0542d" providerId="LiveId" clId="{CCFAC032-0B3E-4260-BE9E-07D9BC795C55}" dt="2023-11-26T09:56:13.479" v="214" actId="478"/>
          <ac:cxnSpMkLst>
            <pc:docMk/>
            <pc:sldMk cId="1416708847" sldId="259"/>
            <ac:cxnSpMk id="93" creationId="{254FA664-33C6-0C89-8E20-460B3422A923}"/>
          </ac:cxnSpMkLst>
        </pc:cxnChg>
        <pc:cxnChg chg="del">
          <ac:chgData name="Leo Hoarty" userId="d2d44a6739d0542d" providerId="LiveId" clId="{CCFAC032-0B3E-4260-BE9E-07D9BC795C55}" dt="2023-11-26T09:56:13.479" v="214" actId="478"/>
          <ac:cxnSpMkLst>
            <pc:docMk/>
            <pc:sldMk cId="1416708847" sldId="259"/>
            <ac:cxnSpMk id="98" creationId="{59AC9266-04A9-3C18-B955-7C087947645A}"/>
          </ac:cxnSpMkLst>
        </pc:cxnChg>
        <pc:cxnChg chg="del">
          <ac:chgData name="Leo Hoarty" userId="d2d44a6739d0542d" providerId="LiveId" clId="{CCFAC032-0B3E-4260-BE9E-07D9BC795C55}" dt="2023-11-26T09:56:13.479" v="214" actId="478"/>
          <ac:cxnSpMkLst>
            <pc:docMk/>
            <pc:sldMk cId="1416708847" sldId="259"/>
            <ac:cxnSpMk id="100" creationId="{FFF21DEC-397B-B1F1-19AB-C5CA6D92A165}"/>
          </ac:cxnSpMkLst>
        </pc:cxnChg>
        <pc:cxnChg chg="del mod">
          <ac:chgData name="Leo Hoarty" userId="d2d44a6739d0542d" providerId="LiveId" clId="{CCFAC032-0B3E-4260-BE9E-07D9BC795C55}" dt="2023-11-26T09:56:13.479" v="214" actId="478"/>
          <ac:cxnSpMkLst>
            <pc:docMk/>
            <pc:sldMk cId="1416708847" sldId="259"/>
            <ac:cxnSpMk id="102" creationId="{350D9629-A604-8055-E81D-5C254DB01414}"/>
          </ac:cxnSpMkLst>
        </pc:cxnChg>
        <pc:cxnChg chg="del mod">
          <ac:chgData name="Leo Hoarty" userId="d2d44a6739d0542d" providerId="LiveId" clId="{CCFAC032-0B3E-4260-BE9E-07D9BC795C55}" dt="2023-11-26T09:56:13.479" v="214" actId="478"/>
          <ac:cxnSpMkLst>
            <pc:docMk/>
            <pc:sldMk cId="1416708847" sldId="259"/>
            <ac:cxnSpMk id="103" creationId="{876C1D4C-946A-1B1E-2E6A-B0582FAB4BE3}"/>
          </ac:cxnSpMkLst>
        </pc:cxnChg>
        <pc:cxnChg chg="del">
          <ac:chgData name="Leo Hoarty" userId="d2d44a6739d0542d" providerId="LiveId" clId="{CCFAC032-0B3E-4260-BE9E-07D9BC795C55}" dt="2023-11-26T09:56:13.479" v="214" actId="478"/>
          <ac:cxnSpMkLst>
            <pc:docMk/>
            <pc:sldMk cId="1416708847" sldId="259"/>
            <ac:cxnSpMk id="105" creationId="{9A666347-BA40-B1D0-FFD8-F7DC1B5EC7C1}"/>
          </ac:cxnSpMkLst>
        </pc:cxnChg>
        <pc:cxnChg chg="del">
          <ac:chgData name="Leo Hoarty" userId="d2d44a6739d0542d" providerId="LiveId" clId="{CCFAC032-0B3E-4260-BE9E-07D9BC795C55}" dt="2023-11-26T09:56:13.479" v="214" actId="478"/>
          <ac:cxnSpMkLst>
            <pc:docMk/>
            <pc:sldMk cId="1416708847" sldId="259"/>
            <ac:cxnSpMk id="107" creationId="{2D8B983E-A459-2819-2073-D5494C2E4314}"/>
          </ac:cxnSpMkLst>
        </pc:cxnChg>
        <pc:cxnChg chg="del">
          <ac:chgData name="Leo Hoarty" userId="d2d44a6739d0542d" providerId="LiveId" clId="{CCFAC032-0B3E-4260-BE9E-07D9BC795C55}" dt="2023-11-26T09:56:13.479" v="214" actId="478"/>
          <ac:cxnSpMkLst>
            <pc:docMk/>
            <pc:sldMk cId="1416708847" sldId="259"/>
            <ac:cxnSpMk id="118" creationId="{1650E25D-BA3D-58B5-7132-82F73D0FA9BA}"/>
          </ac:cxnSpMkLst>
        </pc:cxnChg>
        <pc:cxnChg chg="del mod">
          <ac:chgData name="Leo Hoarty" userId="d2d44a6739d0542d" providerId="LiveId" clId="{CCFAC032-0B3E-4260-BE9E-07D9BC795C55}" dt="2023-11-26T09:56:13.479" v="214" actId="478"/>
          <ac:cxnSpMkLst>
            <pc:docMk/>
            <pc:sldMk cId="1416708847" sldId="259"/>
            <ac:cxnSpMk id="119" creationId="{1E04BE63-BFF3-C7CF-DACC-3F70DFD2D625}"/>
          </ac:cxnSpMkLst>
        </pc:cxnChg>
        <pc:cxnChg chg="del mod">
          <ac:chgData name="Leo Hoarty" userId="d2d44a6739d0542d" providerId="LiveId" clId="{CCFAC032-0B3E-4260-BE9E-07D9BC795C55}" dt="2023-11-26T09:56:13.479" v="214" actId="478"/>
          <ac:cxnSpMkLst>
            <pc:docMk/>
            <pc:sldMk cId="1416708847" sldId="259"/>
            <ac:cxnSpMk id="123" creationId="{897F9D16-5175-E7B6-3E11-72EAA1EE26E3}"/>
          </ac:cxnSpMkLst>
        </pc:cxnChg>
        <pc:cxnChg chg="del">
          <ac:chgData name="Leo Hoarty" userId="d2d44a6739d0542d" providerId="LiveId" clId="{CCFAC032-0B3E-4260-BE9E-07D9BC795C55}" dt="2023-11-26T09:56:13.479" v="214" actId="478"/>
          <ac:cxnSpMkLst>
            <pc:docMk/>
            <pc:sldMk cId="1416708847" sldId="259"/>
            <ac:cxnSpMk id="181" creationId="{2BD86749-CBCD-3301-2316-9F94F973399F}"/>
          </ac:cxnSpMkLst>
        </pc:cxnChg>
      </pc:sldChg>
      <pc:sldChg chg="addSp delSp modSp mod">
        <pc:chgData name="Leo Hoarty" userId="d2d44a6739d0542d" providerId="LiveId" clId="{CCFAC032-0B3E-4260-BE9E-07D9BC795C55}" dt="2023-11-26T10:23:33.954" v="410" actId="1076"/>
        <pc:sldMkLst>
          <pc:docMk/>
          <pc:sldMk cId="1569825757" sldId="260"/>
        </pc:sldMkLst>
        <pc:spChg chg="mod">
          <ac:chgData name="Leo Hoarty" userId="d2d44a6739d0542d" providerId="LiveId" clId="{CCFAC032-0B3E-4260-BE9E-07D9BC795C55}" dt="2023-11-26T09:55:27.437" v="201" actId="20577"/>
          <ac:spMkLst>
            <pc:docMk/>
            <pc:sldMk cId="1569825757" sldId="260"/>
            <ac:spMk id="2" creationId="{9257C450-FC61-70A1-1740-1891FC4D12DA}"/>
          </ac:spMkLst>
        </pc:spChg>
        <pc:spChg chg="add mod">
          <ac:chgData name="Leo Hoarty" userId="d2d44a6739d0542d" providerId="LiveId" clId="{CCFAC032-0B3E-4260-BE9E-07D9BC795C55}" dt="2023-11-26T10:23:33.954" v="410" actId="1076"/>
          <ac:spMkLst>
            <pc:docMk/>
            <pc:sldMk cId="1569825757" sldId="260"/>
            <ac:spMk id="5" creationId="{D83F45F4-D532-46AD-FFFF-3A697FAAA94E}"/>
          </ac:spMkLst>
        </pc:spChg>
        <pc:spChg chg="del">
          <ac:chgData name="Leo Hoarty" userId="d2d44a6739d0542d" providerId="LiveId" clId="{CCFAC032-0B3E-4260-BE9E-07D9BC795C55}" dt="2023-11-26T09:55:33.533" v="202" actId="478"/>
          <ac:spMkLst>
            <pc:docMk/>
            <pc:sldMk cId="1569825757" sldId="260"/>
            <ac:spMk id="28" creationId="{2B03FCA1-2394-E23F-C413-778775EA4103}"/>
          </ac:spMkLst>
        </pc:spChg>
        <pc:spChg chg="del">
          <ac:chgData name="Leo Hoarty" userId="d2d44a6739d0542d" providerId="LiveId" clId="{CCFAC032-0B3E-4260-BE9E-07D9BC795C55}" dt="2023-11-26T09:55:05.117" v="193" actId="478"/>
          <ac:spMkLst>
            <pc:docMk/>
            <pc:sldMk cId="1569825757" sldId="260"/>
            <ac:spMk id="29" creationId="{04CA5017-EAAC-B762-A466-D7DD75C94746}"/>
          </ac:spMkLst>
        </pc:spChg>
        <pc:spChg chg="del">
          <ac:chgData name="Leo Hoarty" userId="d2d44a6739d0542d" providerId="LiveId" clId="{CCFAC032-0B3E-4260-BE9E-07D9BC795C55}" dt="2023-11-26T09:55:05.117" v="193" actId="478"/>
          <ac:spMkLst>
            <pc:docMk/>
            <pc:sldMk cId="1569825757" sldId="260"/>
            <ac:spMk id="30" creationId="{F5A24CC6-7584-CB91-5258-B39845CEA219}"/>
          </ac:spMkLst>
        </pc:spChg>
        <pc:spChg chg="del">
          <ac:chgData name="Leo Hoarty" userId="d2d44a6739d0542d" providerId="LiveId" clId="{CCFAC032-0B3E-4260-BE9E-07D9BC795C55}" dt="2023-11-26T09:55:05.117" v="193" actId="478"/>
          <ac:spMkLst>
            <pc:docMk/>
            <pc:sldMk cId="1569825757" sldId="260"/>
            <ac:spMk id="31" creationId="{8C31399A-E3EB-0207-66CA-F0057973F10D}"/>
          </ac:spMkLst>
        </pc:spChg>
        <pc:spChg chg="del">
          <ac:chgData name="Leo Hoarty" userId="d2d44a6739d0542d" providerId="LiveId" clId="{CCFAC032-0B3E-4260-BE9E-07D9BC795C55}" dt="2023-11-26T09:55:05.117" v="193" actId="478"/>
          <ac:spMkLst>
            <pc:docMk/>
            <pc:sldMk cId="1569825757" sldId="260"/>
            <ac:spMk id="32" creationId="{39B16390-9D8B-6E6F-5011-7F04F4302282}"/>
          </ac:spMkLst>
        </pc:spChg>
        <pc:spChg chg="del">
          <ac:chgData name="Leo Hoarty" userId="d2d44a6739d0542d" providerId="LiveId" clId="{CCFAC032-0B3E-4260-BE9E-07D9BC795C55}" dt="2023-11-26T09:55:33.533" v="202" actId="478"/>
          <ac:spMkLst>
            <pc:docMk/>
            <pc:sldMk cId="1569825757" sldId="260"/>
            <ac:spMk id="35" creationId="{8362C3AF-297E-E15B-4C9B-D80E362FEB7E}"/>
          </ac:spMkLst>
        </pc:spChg>
        <pc:spChg chg="del">
          <ac:chgData name="Leo Hoarty" userId="d2d44a6739d0542d" providerId="LiveId" clId="{CCFAC032-0B3E-4260-BE9E-07D9BC795C55}" dt="2023-11-26T09:55:05.117" v="193" actId="478"/>
          <ac:spMkLst>
            <pc:docMk/>
            <pc:sldMk cId="1569825757" sldId="260"/>
            <ac:spMk id="36" creationId="{A91D5F93-66CD-5C65-72A3-517A25E1A6D4}"/>
          </ac:spMkLst>
        </pc:spChg>
        <pc:spChg chg="del">
          <ac:chgData name="Leo Hoarty" userId="d2d44a6739d0542d" providerId="LiveId" clId="{CCFAC032-0B3E-4260-BE9E-07D9BC795C55}" dt="2023-11-26T09:55:05.117" v="193" actId="478"/>
          <ac:spMkLst>
            <pc:docMk/>
            <pc:sldMk cId="1569825757" sldId="260"/>
            <ac:spMk id="37" creationId="{3D1971CD-0E18-3BAE-DD67-2BC640931AA7}"/>
          </ac:spMkLst>
        </pc:spChg>
        <pc:spChg chg="del">
          <ac:chgData name="Leo Hoarty" userId="d2d44a6739d0542d" providerId="LiveId" clId="{CCFAC032-0B3E-4260-BE9E-07D9BC795C55}" dt="2023-11-26T09:55:05.117" v="193" actId="478"/>
          <ac:spMkLst>
            <pc:docMk/>
            <pc:sldMk cId="1569825757" sldId="260"/>
            <ac:spMk id="38" creationId="{5018D079-27F3-DE5A-6596-AF7E4B70475B}"/>
          </ac:spMkLst>
        </pc:spChg>
        <pc:spChg chg="del">
          <ac:chgData name="Leo Hoarty" userId="d2d44a6739d0542d" providerId="LiveId" clId="{CCFAC032-0B3E-4260-BE9E-07D9BC795C55}" dt="2023-11-26T09:55:05.117" v="193" actId="478"/>
          <ac:spMkLst>
            <pc:docMk/>
            <pc:sldMk cId="1569825757" sldId="260"/>
            <ac:spMk id="39" creationId="{719B8CC6-A4BB-6438-EDEE-5BBBB7AD2BE4}"/>
          </ac:spMkLst>
        </pc:spChg>
        <pc:spChg chg="del">
          <ac:chgData name="Leo Hoarty" userId="d2d44a6739d0542d" providerId="LiveId" clId="{CCFAC032-0B3E-4260-BE9E-07D9BC795C55}" dt="2023-11-26T09:55:05.117" v="193" actId="478"/>
          <ac:spMkLst>
            <pc:docMk/>
            <pc:sldMk cId="1569825757" sldId="260"/>
            <ac:spMk id="40" creationId="{A21FE24C-2E87-FD13-BE81-2A04E3D9E373}"/>
          </ac:spMkLst>
        </pc:spChg>
        <pc:spChg chg="del">
          <ac:chgData name="Leo Hoarty" userId="d2d44a6739d0542d" providerId="LiveId" clId="{CCFAC032-0B3E-4260-BE9E-07D9BC795C55}" dt="2023-11-26T09:55:05.117" v="193" actId="478"/>
          <ac:spMkLst>
            <pc:docMk/>
            <pc:sldMk cId="1569825757" sldId="260"/>
            <ac:spMk id="41" creationId="{0F5F5362-C9B4-7EA6-97DF-7CB2CCDA96C3}"/>
          </ac:spMkLst>
        </pc:spChg>
        <pc:grpChg chg="del">
          <ac:chgData name="Leo Hoarty" userId="d2d44a6739d0542d" providerId="LiveId" clId="{CCFAC032-0B3E-4260-BE9E-07D9BC795C55}" dt="2023-11-26T09:55:05.117" v="193" actId="478"/>
          <ac:grpSpMkLst>
            <pc:docMk/>
            <pc:sldMk cId="1569825757" sldId="260"/>
            <ac:grpSpMk id="25" creationId="{B7C300A4-3852-60E7-944D-925DB8A69E22}"/>
          </ac:grpSpMkLst>
        </pc:grpChg>
        <pc:picChg chg="add mod">
          <ac:chgData name="Leo Hoarty" userId="d2d44a6739d0542d" providerId="LiveId" clId="{CCFAC032-0B3E-4260-BE9E-07D9BC795C55}" dt="2023-11-26T10:15:50.455" v="397" actId="1076"/>
          <ac:picMkLst>
            <pc:docMk/>
            <pc:sldMk cId="1569825757" sldId="260"/>
            <ac:picMk id="4" creationId="{B71C2C87-8A59-61D7-A4F6-347FA93715AA}"/>
          </ac:picMkLst>
        </pc:picChg>
        <pc:picChg chg="del">
          <ac:chgData name="Leo Hoarty" userId="d2d44a6739d0542d" providerId="LiveId" clId="{CCFAC032-0B3E-4260-BE9E-07D9BC795C55}" dt="2023-11-26T09:55:05.117" v="193" actId="478"/>
          <ac:picMkLst>
            <pc:docMk/>
            <pc:sldMk cId="1569825757" sldId="260"/>
            <ac:picMk id="6" creationId="{89FF8EAC-85E7-F5EC-F6D0-96953EC669B4}"/>
          </ac:picMkLst>
        </pc:picChg>
      </pc:sldChg>
      <pc:sldChg chg="addSp delSp modSp mod">
        <pc:chgData name="Leo Hoarty" userId="d2d44a6739d0542d" providerId="LiveId" clId="{CCFAC032-0B3E-4260-BE9E-07D9BC795C55}" dt="2023-11-26T09:19:17.235" v="23" actId="21"/>
        <pc:sldMkLst>
          <pc:docMk/>
          <pc:sldMk cId="2866852822" sldId="262"/>
        </pc:sldMkLst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3" creationId="{6E66B6C1-5FDB-E070-741C-34173E4853BA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4" creationId="{E9597E55-8074-9747-CC20-D3338DE539CE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5" creationId="{E80FF061-F54F-B368-0199-9D6EC87F83E7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6" creationId="{AD56DCCF-35DF-28F8-6A1A-A0F911F66925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7" creationId="{AD930ACE-0327-9B8F-8305-0BB075721C98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8" creationId="{8AC9530D-9ADB-F827-CA90-F44D36DD2C5F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9" creationId="{ED7B5943-C3BC-EEB8-5379-A4B062DB5560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10" creationId="{FE06C453-6FC4-3F35-B5F9-BBB20B8B11BC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11" creationId="{C41B245C-60A2-EEF6-2C97-B1E323CA5BB0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12" creationId="{47ACC62E-1EFA-11BC-22BA-863065941210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13" creationId="{F03BF0BF-F714-49ED-CD87-15AD9C95AC3F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14" creationId="{37CC177E-B6F3-9CFB-B878-653EEF839BA4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16" creationId="{CA0755EE-0F0F-1C69-99E4-0E8ECD03D4F5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17" creationId="{1C678427-8545-52A7-E7A7-C088E6217D1F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18" creationId="{01385D5F-7E55-5B0A-296D-DEBE836D3EF1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19" creationId="{FD4F7430-43B6-2FA2-F946-FFC81C3B2322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20" creationId="{8ADCE794-84CD-451F-4330-E5D8BA52191E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21" creationId="{F42A8A04-8F21-36D1-F094-3DEE244F7235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22" creationId="{553C131C-8192-920C-AF7A-61A5B6A9829D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23" creationId="{F1928045-C316-E607-3CB4-54A72CAAA7E4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24" creationId="{0C96B8CB-897F-A871-9149-B573C0570295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25" creationId="{CD565C98-03ED-16AD-EEA0-136891C0EF33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31" creationId="{B1A85970-39EA-119A-9886-96E4095AC08F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32" creationId="{B29DA5BF-E658-B9E6-4E9B-A7996F21299B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34" creationId="{A5015D42-9980-8C0E-DAED-DC4177AFFA75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36" creationId="{1C158A34-8387-6972-E11E-EED3B9E3FB4B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37" creationId="{BCD75037-2967-026B-90E1-98817D574AA4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38" creationId="{3840CD29-BB73-E6E9-EA1F-76527BD1B812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39" creationId="{04A51B2E-B226-DE34-2F16-4479EA39708B}"/>
          </ac:spMkLst>
        </pc:spChg>
        <pc:spChg chg="add del mod">
          <ac:chgData name="Leo Hoarty" userId="d2d44a6739d0542d" providerId="LiveId" clId="{CCFAC032-0B3E-4260-BE9E-07D9BC795C55}" dt="2023-11-26T09:19:17.235" v="23" actId="21"/>
          <ac:spMkLst>
            <pc:docMk/>
            <pc:sldMk cId="2866852822" sldId="262"/>
            <ac:spMk id="40" creationId="{39E491E4-7BE8-3BBC-BE11-FC0B8FEFA74F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42" creationId="{DFB74683-E0DC-F9DF-0AB2-CA99BEC79ECD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43" creationId="{EF13D1AD-6E02-BDAB-6F64-DF6EAD22495C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45" creationId="{07938BF5-2DC9-62E6-6AE0-F4885CB23AA0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46" creationId="{3098A7EA-4740-3580-9705-45D2A5E791FD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47" creationId="{1C4EAE08-A3F1-DE80-9F2C-9ABDB461165E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48" creationId="{B9B2E3B1-5AB9-8195-19F2-F0E088B58306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49" creationId="{C8B51901-A189-F853-E464-AC9E8426F627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52" creationId="{5837E66D-3F84-DC9A-0728-EC0DABA16742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53" creationId="{8E789C6D-0ED6-A499-14FA-EAC225E66881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54" creationId="{53CBCCBE-A3C3-B306-9CBB-8F62C00CCB55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55" creationId="{80BA1BC7-7FDD-56CD-780E-48A0C7E0BC93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56" creationId="{CFB8A986-FDA0-2B6E-D55C-548B9E30DB08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66" creationId="{AE65F2FE-14D6-EC7C-A4D2-7274877EB8C5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67" creationId="{D224E861-3158-B0CC-7789-4722C650D927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69" creationId="{C1CE8BE1-3449-6A6A-766A-FC05894CAD70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71" creationId="{067328BF-CB9A-72F7-349E-047883185D5E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74" creationId="{9280A0B2-8AD5-E1BD-DDB0-640A7FB64D27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80" creationId="{3AEDFEF9-4145-36B6-5BD4-13610E245369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82" creationId="{B5442490-3469-0DB8-7D77-31C0796C1B52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85" creationId="{E0F35FD6-AD9F-EC8E-0671-1F3695F2D363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86" creationId="{7EC6FBCC-9FD0-253D-C4CE-4ADB2BA94888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87" creationId="{096B9B02-1988-1E02-76B8-C0C422ACD451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88" creationId="{091BD9A1-F984-6496-2856-EF8423B0BE9D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89" creationId="{BE25DC28-CAB6-6CB0-E718-D17D9B4C813F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90" creationId="{842A59CB-222B-FF32-B8C9-175BDB001C6D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108" creationId="{96C8AB0A-92C4-7482-026C-DBA27BCB8DCF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109" creationId="{F2DB01E2-02B4-B34E-7665-67B6FEE87073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110" creationId="{4B7FF276-251A-26E5-FC1B-CEAEFD3E447B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111" creationId="{38DF48EA-3AA3-A10F-0E75-5BAD31B00C21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112" creationId="{B007C4BF-13B2-C380-7913-F0D143443B4F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113" creationId="{B3DA40FF-C5FF-9232-3BE1-4F9343FE7A65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114" creationId="{35E8921F-D80B-00D7-D8DD-6A8105B6AAAD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124" creationId="{9C309E07-BD5D-40F5-2522-9E8ACDA182CE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125" creationId="{4F57908C-7BB2-8F14-BFE1-E75059074535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126" creationId="{B5E8230D-7B5A-4C43-644F-C564588F816C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137" creationId="{87F18A06-DFC6-EC4D-7545-25F76988504E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138" creationId="{B350C786-2AD2-9610-CB2E-A7DE8298A770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139" creationId="{0506F576-3B56-C43E-873E-B6EF62B822F8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140" creationId="{ACE626B3-DA36-3FA4-E9E7-F5B82E4D0694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141" creationId="{FCA4B8F4-E2BD-AEC8-0AB8-9CB6875FB3C4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143" creationId="{431B9FBD-DBC8-7827-EAEA-6A305F28E993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146" creationId="{2FD5BF67-63DE-FD85-B595-F9F459C3B0FC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160" creationId="{4EA4033C-0BFE-0BCA-68EF-54C827A9378E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161" creationId="{4C03F004-ABAA-0909-B1F0-77F5E251660B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162" creationId="{70E97F65-E5CD-9488-C442-3BE26A378BAA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163" creationId="{2600A631-A542-964A-1C11-A942CC603925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182" creationId="{C754791F-27EC-DBCB-B8CE-050F91E6F174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183" creationId="{540D606A-8060-70DB-78F0-136096A145AD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184" creationId="{45913A2E-0B4C-9255-7822-F5BD913F43F7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185" creationId="{329BDAD0-BC50-5A20-C5D7-ACA80701E93F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186" creationId="{DA61A7B4-380D-B1CD-0998-43B5D460226D}"/>
          </ac:spMkLst>
        </pc:spChg>
        <pc:spChg chg="mod">
          <ac:chgData name="Leo Hoarty" userId="d2d44a6739d0542d" providerId="LiveId" clId="{CCFAC032-0B3E-4260-BE9E-07D9BC795C55}" dt="2023-11-26T09:19:14.877" v="22"/>
          <ac:spMkLst>
            <pc:docMk/>
            <pc:sldMk cId="2866852822" sldId="262"/>
            <ac:spMk id="187" creationId="{8FBBAC90-5575-D731-1602-3BCD7C092CC4}"/>
          </ac:spMkLst>
        </pc:spChg>
        <pc:grpChg chg="mod">
          <ac:chgData name="Leo Hoarty" userId="d2d44a6739d0542d" providerId="LiveId" clId="{CCFAC032-0B3E-4260-BE9E-07D9BC795C55}" dt="2023-11-26T09:19:14.877" v="22"/>
          <ac:grpSpMkLst>
            <pc:docMk/>
            <pc:sldMk cId="2866852822" sldId="262"/>
            <ac:grpSpMk id="33" creationId="{B543D0B8-E8FF-51C2-EB77-760D99D55691}"/>
          </ac:grpSpMkLst>
        </pc:grpChg>
        <pc:cxnChg chg="mod">
          <ac:chgData name="Leo Hoarty" userId="d2d44a6739d0542d" providerId="LiveId" clId="{CCFAC032-0B3E-4260-BE9E-07D9BC795C55}" dt="2023-11-26T09:19:14.877" v="22"/>
          <ac:cxnSpMkLst>
            <pc:docMk/>
            <pc:sldMk cId="2866852822" sldId="262"/>
            <ac:cxnSpMk id="15" creationId="{F04C2B45-375F-E4CD-28EE-2C5B21E0652A}"/>
          </ac:cxnSpMkLst>
        </pc:cxnChg>
        <pc:cxnChg chg="mod">
          <ac:chgData name="Leo Hoarty" userId="d2d44a6739d0542d" providerId="LiveId" clId="{CCFAC032-0B3E-4260-BE9E-07D9BC795C55}" dt="2023-11-26T09:19:14.877" v="22"/>
          <ac:cxnSpMkLst>
            <pc:docMk/>
            <pc:sldMk cId="2866852822" sldId="262"/>
            <ac:cxnSpMk id="26" creationId="{B244FD8A-2DED-F8E6-8272-CD4F4FC5C33D}"/>
          </ac:cxnSpMkLst>
        </pc:cxnChg>
        <pc:cxnChg chg="mod">
          <ac:chgData name="Leo Hoarty" userId="d2d44a6739d0542d" providerId="LiveId" clId="{CCFAC032-0B3E-4260-BE9E-07D9BC795C55}" dt="2023-11-26T09:19:14.877" v="22"/>
          <ac:cxnSpMkLst>
            <pc:docMk/>
            <pc:sldMk cId="2866852822" sldId="262"/>
            <ac:cxnSpMk id="27" creationId="{ABF00811-C7B4-2DE0-5415-FD2B2FBDF152}"/>
          </ac:cxnSpMkLst>
        </pc:cxnChg>
        <pc:cxnChg chg="mod">
          <ac:chgData name="Leo Hoarty" userId="d2d44a6739d0542d" providerId="LiveId" clId="{CCFAC032-0B3E-4260-BE9E-07D9BC795C55}" dt="2023-11-26T09:19:14.877" v="22"/>
          <ac:cxnSpMkLst>
            <pc:docMk/>
            <pc:sldMk cId="2866852822" sldId="262"/>
            <ac:cxnSpMk id="28" creationId="{1D3E5C4A-EBA7-C244-EAEB-D4179BAF3EAC}"/>
          </ac:cxnSpMkLst>
        </pc:cxnChg>
        <pc:cxnChg chg="mod">
          <ac:chgData name="Leo Hoarty" userId="d2d44a6739d0542d" providerId="LiveId" clId="{CCFAC032-0B3E-4260-BE9E-07D9BC795C55}" dt="2023-11-26T09:19:14.877" v="22"/>
          <ac:cxnSpMkLst>
            <pc:docMk/>
            <pc:sldMk cId="2866852822" sldId="262"/>
            <ac:cxnSpMk id="29" creationId="{BA5C9AB9-FB1F-CC9F-3DCF-A29EC0298FE2}"/>
          </ac:cxnSpMkLst>
        </pc:cxnChg>
        <pc:cxnChg chg="mod">
          <ac:chgData name="Leo Hoarty" userId="d2d44a6739d0542d" providerId="LiveId" clId="{CCFAC032-0B3E-4260-BE9E-07D9BC795C55}" dt="2023-11-26T09:19:14.877" v="22"/>
          <ac:cxnSpMkLst>
            <pc:docMk/>
            <pc:sldMk cId="2866852822" sldId="262"/>
            <ac:cxnSpMk id="30" creationId="{1EBCDAC9-D07F-B87C-B697-D23ADBBB889A}"/>
          </ac:cxnSpMkLst>
        </pc:cxnChg>
        <pc:cxnChg chg="mod">
          <ac:chgData name="Leo Hoarty" userId="d2d44a6739d0542d" providerId="LiveId" clId="{CCFAC032-0B3E-4260-BE9E-07D9BC795C55}" dt="2023-11-26T09:19:14.877" v="22"/>
          <ac:cxnSpMkLst>
            <pc:docMk/>
            <pc:sldMk cId="2866852822" sldId="262"/>
            <ac:cxnSpMk id="76" creationId="{F62661E7-B0DC-1F7E-71D3-AFEB3C7EB2F7}"/>
          </ac:cxnSpMkLst>
        </pc:cxnChg>
        <pc:cxnChg chg="mod">
          <ac:chgData name="Leo Hoarty" userId="d2d44a6739d0542d" providerId="LiveId" clId="{CCFAC032-0B3E-4260-BE9E-07D9BC795C55}" dt="2023-11-26T09:19:14.877" v="22"/>
          <ac:cxnSpMkLst>
            <pc:docMk/>
            <pc:sldMk cId="2866852822" sldId="262"/>
            <ac:cxnSpMk id="78" creationId="{FEF6B718-C931-6A5A-9C42-72600059DA46}"/>
          </ac:cxnSpMkLst>
        </pc:cxnChg>
        <pc:cxnChg chg="mod">
          <ac:chgData name="Leo Hoarty" userId="d2d44a6739d0542d" providerId="LiveId" clId="{CCFAC032-0B3E-4260-BE9E-07D9BC795C55}" dt="2023-11-26T09:19:14.877" v="22"/>
          <ac:cxnSpMkLst>
            <pc:docMk/>
            <pc:sldMk cId="2866852822" sldId="262"/>
            <ac:cxnSpMk id="83" creationId="{14AD8121-B5DB-18A8-2230-2D532222514B}"/>
          </ac:cxnSpMkLst>
        </pc:cxnChg>
        <pc:cxnChg chg="mod">
          <ac:chgData name="Leo Hoarty" userId="d2d44a6739d0542d" providerId="LiveId" clId="{CCFAC032-0B3E-4260-BE9E-07D9BC795C55}" dt="2023-11-26T09:19:14.877" v="22"/>
          <ac:cxnSpMkLst>
            <pc:docMk/>
            <pc:sldMk cId="2866852822" sldId="262"/>
            <ac:cxnSpMk id="84" creationId="{5FE15602-B796-CDB2-2215-40A555A18BA3}"/>
          </ac:cxnSpMkLst>
        </pc:cxnChg>
        <pc:cxnChg chg="mod">
          <ac:chgData name="Leo Hoarty" userId="d2d44a6739d0542d" providerId="LiveId" clId="{CCFAC032-0B3E-4260-BE9E-07D9BC795C55}" dt="2023-11-26T09:19:14.877" v="22"/>
          <ac:cxnSpMkLst>
            <pc:docMk/>
            <pc:sldMk cId="2866852822" sldId="262"/>
            <ac:cxnSpMk id="93" creationId="{254FA664-33C6-0C89-8E20-460B3422A923}"/>
          </ac:cxnSpMkLst>
        </pc:cxnChg>
        <pc:cxnChg chg="mod">
          <ac:chgData name="Leo Hoarty" userId="d2d44a6739d0542d" providerId="LiveId" clId="{CCFAC032-0B3E-4260-BE9E-07D9BC795C55}" dt="2023-11-26T09:19:14.877" v="22"/>
          <ac:cxnSpMkLst>
            <pc:docMk/>
            <pc:sldMk cId="2866852822" sldId="262"/>
            <ac:cxnSpMk id="98" creationId="{59AC9266-04A9-3C18-B955-7C087947645A}"/>
          </ac:cxnSpMkLst>
        </pc:cxnChg>
        <pc:cxnChg chg="mod">
          <ac:chgData name="Leo Hoarty" userId="d2d44a6739d0542d" providerId="LiveId" clId="{CCFAC032-0B3E-4260-BE9E-07D9BC795C55}" dt="2023-11-26T09:19:14.877" v="22"/>
          <ac:cxnSpMkLst>
            <pc:docMk/>
            <pc:sldMk cId="2866852822" sldId="262"/>
            <ac:cxnSpMk id="100" creationId="{FFF21DEC-397B-B1F1-19AB-C5CA6D92A165}"/>
          </ac:cxnSpMkLst>
        </pc:cxnChg>
        <pc:cxnChg chg="mod">
          <ac:chgData name="Leo Hoarty" userId="d2d44a6739d0542d" providerId="LiveId" clId="{CCFAC032-0B3E-4260-BE9E-07D9BC795C55}" dt="2023-11-26T09:19:14.877" v="22"/>
          <ac:cxnSpMkLst>
            <pc:docMk/>
            <pc:sldMk cId="2866852822" sldId="262"/>
            <ac:cxnSpMk id="102" creationId="{350D9629-A604-8055-E81D-5C254DB01414}"/>
          </ac:cxnSpMkLst>
        </pc:cxnChg>
        <pc:cxnChg chg="mod">
          <ac:chgData name="Leo Hoarty" userId="d2d44a6739d0542d" providerId="LiveId" clId="{CCFAC032-0B3E-4260-BE9E-07D9BC795C55}" dt="2023-11-26T09:19:14.877" v="22"/>
          <ac:cxnSpMkLst>
            <pc:docMk/>
            <pc:sldMk cId="2866852822" sldId="262"/>
            <ac:cxnSpMk id="103" creationId="{876C1D4C-946A-1B1E-2E6A-B0582FAB4BE3}"/>
          </ac:cxnSpMkLst>
        </pc:cxnChg>
        <pc:cxnChg chg="mod">
          <ac:chgData name="Leo Hoarty" userId="d2d44a6739d0542d" providerId="LiveId" clId="{CCFAC032-0B3E-4260-BE9E-07D9BC795C55}" dt="2023-11-26T09:19:14.877" v="22"/>
          <ac:cxnSpMkLst>
            <pc:docMk/>
            <pc:sldMk cId="2866852822" sldId="262"/>
            <ac:cxnSpMk id="105" creationId="{9A666347-BA40-B1D0-FFD8-F7DC1B5EC7C1}"/>
          </ac:cxnSpMkLst>
        </pc:cxnChg>
        <pc:cxnChg chg="mod">
          <ac:chgData name="Leo Hoarty" userId="d2d44a6739d0542d" providerId="LiveId" clId="{CCFAC032-0B3E-4260-BE9E-07D9BC795C55}" dt="2023-11-26T09:19:14.877" v="22"/>
          <ac:cxnSpMkLst>
            <pc:docMk/>
            <pc:sldMk cId="2866852822" sldId="262"/>
            <ac:cxnSpMk id="107" creationId="{2D8B983E-A459-2819-2073-D5494C2E4314}"/>
          </ac:cxnSpMkLst>
        </pc:cxnChg>
      </pc:sldChg>
      <pc:sldChg chg="addSp delSp modSp add mod">
        <pc:chgData name="Leo Hoarty" userId="d2d44a6739d0542d" providerId="LiveId" clId="{CCFAC032-0B3E-4260-BE9E-07D9BC795C55}" dt="2023-11-26T10:13:42.817" v="391" actId="1076"/>
        <pc:sldMkLst>
          <pc:docMk/>
          <pc:sldMk cId="1526442470" sldId="263"/>
        </pc:sldMkLst>
        <pc:spChg chg="mod topLvl">
          <ac:chgData name="Leo Hoarty" userId="d2d44a6739d0542d" providerId="LiveId" clId="{CCFAC032-0B3E-4260-BE9E-07D9BC795C55}" dt="2023-11-26T10:03:48.962" v="331" actId="1037"/>
          <ac:spMkLst>
            <pc:docMk/>
            <pc:sldMk cId="1526442470" sldId="263"/>
            <ac:spMk id="3" creationId="{6E66B6C1-5FDB-E070-741C-34173E4853BA}"/>
          </ac:spMkLst>
        </pc:spChg>
        <pc:spChg chg="mod topLvl">
          <ac:chgData name="Leo Hoarty" userId="d2d44a6739d0542d" providerId="LiveId" clId="{CCFAC032-0B3E-4260-BE9E-07D9BC795C55}" dt="2023-11-26T10:03:48.962" v="331" actId="1037"/>
          <ac:spMkLst>
            <pc:docMk/>
            <pc:sldMk cId="1526442470" sldId="263"/>
            <ac:spMk id="4" creationId="{E9597E55-8074-9747-CC20-D3338DE539CE}"/>
          </ac:spMkLst>
        </pc:spChg>
        <pc:spChg chg="mod topLvl">
          <ac:chgData name="Leo Hoarty" userId="d2d44a6739d0542d" providerId="LiveId" clId="{CCFAC032-0B3E-4260-BE9E-07D9BC795C55}" dt="2023-11-26T10:03:48.962" v="331" actId="1037"/>
          <ac:spMkLst>
            <pc:docMk/>
            <pc:sldMk cId="1526442470" sldId="263"/>
            <ac:spMk id="5" creationId="{E80FF061-F54F-B368-0199-9D6EC87F83E7}"/>
          </ac:spMkLst>
        </pc:spChg>
        <pc:spChg chg="mod topLvl">
          <ac:chgData name="Leo Hoarty" userId="d2d44a6739d0542d" providerId="LiveId" clId="{CCFAC032-0B3E-4260-BE9E-07D9BC795C55}" dt="2023-11-26T10:03:48.962" v="331" actId="1037"/>
          <ac:spMkLst>
            <pc:docMk/>
            <pc:sldMk cId="1526442470" sldId="263"/>
            <ac:spMk id="6" creationId="{AD56DCCF-35DF-28F8-6A1A-A0F911F66925}"/>
          </ac:spMkLst>
        </pc:spChg>
        <pc:spChg chg="mod topLvl">
          <ac:chgData name="Leo Hoarty" userId="d2d44a6739d0542d" providerId="LiveId" clId="{CCFAC032-0B3E-4260-BE9E-07D9BC795C55}" dt="2023-11-26T10:03:48.962" v="331" actId="1037"/>
          <ac:spMkLst>
            <pc:docMk/>
            <pc:sldMk cId="1526442470" sldId="263"/>
            <ac:spMk id="7" creationId="{AD930ACE-0327-9B8F-8305-0BB075721C98}"/>
          </ac:spMkLst>
        </pc:spChg>
        <pc:spChg chg="mod topLvl">
          <ac:chgData name="Leo Hoarty" userId="d2d44a6739d0542d" providerId="LiveId" clId="{CCFAC032-0B3E-4260-BE9E-07D9BC795C55}" dt="2023-11-26T10:03:48.962" v="331" actId="1037"/>
          <ac:spMkLst>
            <pc:docMk/>
            <pc:sldMk cId="1526442470" sldId="263"/>
            <ac:spMk id="8" creationId="{8AC9530D-9ADB-F827-CA90-F44D36DD2C5F}"/>
          </ac:spMkLst>
        </pc:spChg>
        <pc:spChg chg="mod topLvl">
          <ac:chgData name="Leo Hoarty" userId="d2d44a6739d0542d" providerId="LiveId" clId="{CCFAC032-0B3E-4260-BE9E-07D9BC795C55}" dt="2023-11-26T10:03:48.962" v="331" actId="1037"/>
          <ac:spMkLst>
            <pc:docMk/>
            <pc:sldMk cId="1526442470" sldId="263"/>
            <ac:spMk id="9" creationId="{ED7B5943-C3BC-EEB8-5379-A4B062DB5560}"/>
          </ac:spMkLst>
        </pc:spChg>
        <pc:spChg chg="mod topLvl">
          <ac:chgData name="Leo Hoarty" userId="d2d44a6739d0542d" providerId="LiveId" clId="{CCFAC032-0B3E-4260-BE9E-07D9BC795C55}" dt="2023-11-26T10:04:38.011" v="357" actId="1036"/>
          <ac:spMkLst>
            <pc:docMk/>
            <pc:sldMk cId="1526442470" sldId="263"/>
            <ac:spMk id="10" creationId="{FE06C453-6FC4-3F35-B5F9-BBB20B8B11BC}"/>
          </ac:spMkLst>
        </pc:spChg>
        <pc:spChg chg="mod topLvl">
          <ac:chgData name="Leo Hoarty" userId="d2d44a6739d0542d" providerId="LiveId" clId="{CCFAC032-0B3E-4260-BE9E-07D9BC795C55}" dt="2023-11-26T10:03:48.962" v="331" actId="1037"/>
          <ac:spMkLst>
            <pc:docMk/>
            <pc:sldMk cId="1526442470" sldId="263"/>
            <ac:spMk id="11" creationId="{C41B245C-60A2-EEF6-2C97-B1E323CA5BB0}"/>
          </ac:spMkLst>
        </pc:spChg>
        <pc:spChg chg="mod topLvl">
          <ac:chgData name="Leo Hoarty" userId="d2d44a6739d0542d" providerId="LiveId" clId="{CCFAC032-0B3E-4260-BE9E-07D9BC795C55}" dt="2023-11-26T10:04:23.042" v="356" actId="1036"/>
          <ac:spMkLst>
            <pc:docMk/>
            <pc:sldMk cId="1526442470" sldId="263"/>
            <ac:spMk id="12" creationId="{47ACC62E-1EFA-11BC-22BA-863065941210}"/>
          </ac:spMkLst>
        </pc:spChg>
        <pc:spChg chg="mod topLvl">
          <ac:chgData name="Leo Hoarty" userId="d2d44a6739d0542d" providerId="LiveId" clId="{CCFAC032-0B3E-4260-BE9E-07D9BC795C55}" dt="2023-11-26T10:04:23.042" v="356" actId="1036"/>
          <ac:spMkLst>
            <pc:docMk/>
            <pc:sldMk cId="1526442470" sldId="263"/>
            <ac:spMk id="13" creationId="{F03BF0BF-F714-49ED-CD87-15AD9C95AC3F}"/>
          </ac:spMkLst>
        </pc:spChg>
        <pc:spChg chg="mod topLvl">
          <ac:chgData name="Leo Hoarty" userId="d2d44a6739d0542d" providerId="LiveId" clId="{CCFAC032-0B3E-4260-BE9E-07D9BC795C55}" dt="2023-11-26T10:03:48.962" v="331" actId="1037"/>
          <ac:spMkLst>
            <pc:docMk/>
            <pc:sldMk cId="1526442470" sldId="263"/>
            <ac:spMk id="14" creationId="{37CC177E-B6F3-9CFB-B878-653EEF839BA4}"/>
          </ac:spMkLst>
        </pc:spChg>
        <pc:spChg chg="mod topLvl">
          <ac:chgData name="Leo Hoarty" userId="d2d44a6739d0542d" providerId="LiveId" clId="{CCFAC032-0B3E-4260-BE9E-07D9BC795C55}" dt="2023-11-26T10:03:48.962" v="331" actId="1037"/>
          <ac:spMkLst>
            <pc:docMk/>
            <pc:sldMk cId="1526442470" sldId="263"/>
            <ac:spMk id="16" creationId="{CA0755EE-0F0F-1C69-99E4-0E8ECD03D4F5}"/>
          </ac:spMkLst>
        </pc:spChg>
        <pc:spChg chg="mod topLvl">
          <ac:chgData name="Leo Hoarty" userId="d2d44a6739d0542d" providerId="LiveId" clId="{CCFAC032-0B3E-4260-BE9E-07D9BC795C55}" dt="2023-11-26T10:03:48.962" v="331" actId="1037"/>
          <ac:spMkLst>
            <pc:docMk/>
            <pc:sldMk cId="1526442470" sldId="263"/>
            <ac:spMk id="17" creationId="{1C678427-8545-52A7-E7A7-C088E6217D1F}"/>
          </ac:spMkLst>
        </pc:spChg>
        <pc:spChg chg="del mod topLvl">
          <ac:chgData name="Leo Hoarty" userId="d2d44a6739d0542d" providerId="LiveId" clId="{CCFAC032-0B3E-4260-BE9E-07D9BC795C55}" dt="2023-11-26T09:17:51.672" v="12" actId="478"/>
          <ac:spMkLst>
            <pc:docMk/>
            <pc:sldMk cId="1526442470" sldId="263"/>
            <ac:spMk id="18" creationId="{01385D5F-7E55-5B0A-296D-DEBE836D3EF1}"/>
          </ac:spMkLst>
        </pc:spChg>
        <pc:spChg chg="mod topLvl">
          <ac:chgData name="Leo Hoarty" userId="d2d44a6739d0542d" providerId="LiveId" clId="{CCFAC032-0B3E-4260-BE9E-07D9BC795C55}" dt="2023-11-26T10:04:23.042" v="356" actId="1036"/>
          <ac:spMkLst>
            <pc:docMk/>
            <pc:sldMk cId="1526442470" sldId="263"/>
            <ac:spMk id="19" creationId="{FD4F7430-43B6-2FA2-F946-FFC81C3B2322}"/>
          </ac:spMkLst>
        </pc:spChg>
        <pc:spChg chg="mod topLvl">
          <ac:chgData name="Leo Hoarty" userId="d2d44a6739d0542d" providerId="LiveId" clId="{CCFAC032-0B3E-4260-BE9E-07D9BC795C55}" dt="2023-11-26T10:03:48.962" v="331" actId="1037"/>
          <ac:spMkLst>
            <pc:docMk/>
            <pc:sldMk cId="1526442470" sldId="263"/>
            <ac:spMk id="20" creationId="{8ADCE794-84CD-451F-4330-E5D8BA52191E}"/>
          </ac:spMkLst>
        </pc:spChg>
        <pc:spChg chg="del mod topLvl">
          <ac:chgData name="Leo Hoarty" userId="d2d44a6739d0542d" providerId="LiveId" clId="{CCFAC032-0B3E-4260-BE9E-07D9BC795C55}" dt="2023-11-26T09:14:18.434" v="5" actId="478"/>
          <ac:spMkLst>
            <pc:docMk/>
            <pc:sldMk cId="1526442470" sldId="263"/>
            <ac:spMk id="21" creationId="{F42A8A04-8F21-36D1-F094-3DEE244F7235}"/>
          </ac:spMkLst>
        </pc:spChg>
        <pc:spChg chg="mod topLvl">
          <ac:chgData name="Leo Hoarty" userId="d2d44a6739d0542d" providerId="LiveId" clId="{CCFAC032-0B3E-4260-BE9E-07D9BC795C55}" dt="2023-11-26T10:05:11.028" v="372" actId="1035"/>
          <ac:spMkLst>
            <pc:docMk/>
            <pc:sldMk cId="1526442470" sldId="263"/>
            <ac:spMk id="22" creationId="{553C131C-8192-920C-AF7A-61A5B6A9829D}"/>
          </ac:spMkLst>
        </pc:spChg>
        <pc:spChg chg="del mod topLvl">
          <ac:chgData name="Leo Hoarty" userId="d2d44a6739d0542d" providerId="LiveId" clId="{CCFAC032-0B3E-4260-BE9E-07D9BC795C55}" dt="2023-11-26T09:17:51.672" v="12" actId="478"/>
          <ac:spMkLst>
            <pc:docMk/>
            <pc:sldMk cId="1526442470" sldId="263"/>
            <ac:spMk id="23" creationId="{F1928045-C316-E607-3CB4-54A72CAAA7E4}"/>
          </ac:spMkLst>
        </pc:spChg>
        <pc:spChg chg="mod topLvl">
          <ac:chgData name="Leo Hoarty" userId="d2d44a6739d0542d" providerId="LiveId" clId="{CCFAC032-0B3E-4260-BE9E-07D9BC795C55}" dt="2023-11-26T10:03:48.962" v="331" actId="1037"/>
          <ac:spMkLst>
            <pc:docMk/>
            <pc:sldMk cId="1526442470" sldId="263"/>
            <ac:spMk id="24" creationId="{0C96B8CB-897F-A871-9149-B573C0570295}"/>
          </ac:spMkLst>
        </pc:spChg>
        <pc:spChg chg="del mod topLvl">
          <ac:chgData name="Leo Hoarty" userId="d2d44a6739d0542d" providerId="LiveId" clId="{CCFAC032-0B3E-4260-BE9E-07D9BC795C55}" dt="2023-11-26T09:17:51.672" v="12" actId="478"/>
          <ac:spMkLst>
            <pc:docMk/>
            <pc:sldMk cId="1526442470" sldId="263"/>
            <ac:spMk id="25" creationId="{CD565C98-03ED-16AD-EEA0-136891C0EF33}"/>
          </ac:spMkLst>
        </pc:spChg>
        <pc:spChg chg="mod topLvl">
          <ac:chgData name="Leo Hoarty" userId="d2d44a6739d0542d" providerId="LiveId" clId="{CCFAC032-0B3E-4260-BE9E-07D9BC795C55}" dt="2023-11-26T10:03:48.962" v="331" actId="1037"/>
          <ac:spMkLst>
            <pc:docMk/>
            <pc:sldMk cId="1526442470" sldId="263"/>
            <ac:spMk id="31" creationId="{B1A85970-39EA-119A-9886-96E4095AC08F}"/>
          </ac:spMkLst>
        </pc:spChg>
        <pc:spChg chg="mod topLvl">
          <ac:chgData name="Leo Hoarty" userId="d2d44a6739d0542d" providerId="LiveId" clId="{CCFAC032-0B3E-4260-BE9E-07D9BC795C55}" dt="2023-11-26T10:03:48.962" v="331" actId="1037"/>
          <ac:spMkLst>
            <pc:docMk/>
            <pc:sldMk cId="1526442470" sldId="263"/>
            <ac:spMk id="32" creationId="{B29DA5BF-E658-B9E6-4E9B-A7996F21299B}"/>
          </ac:spMkLst>
        </pc:spChg>
        <pc:spChg chg="del mod topLvl">
          <ac:chgData name="Leo Hoarty" userId="d2d44a6739d0542d" providerId="LiveId" clId="{CCFAC032-0B3E-4260-BE9E-07D9BC795C55}" dt="2023-11-26T09:17:51.672" v="12" actId="478"/>
          <ac:spMkLst>
            <pc:docMk/>
            <pc:sldMk cId="1526442470" sldId="263"/>
            <ac:spMk id="34" creationId="{A5015D42-9980-8C0E-DAED-DC4177AFFA75}"/>
          </ac:spMkLst>
        </pc:spChg>
        <pc:spChg chg="mod">
          <ac:chgData name="Leo Hoarty" userId="d2d44a6739d0542d" providerId="LiveId" clId="{CCFAC032-0B3E-4260-BE9E-07D9BC795C55}" dt="2023-11-26T09:13:47.107" v="2" actId="20577"/>
          <ac:spMkLst>
            <pc:docMk/>
            <pc:sldMk cId="1526442470" sldId="263"/>
            <ac:spMk id="35" creationId="{9CED6CDF-2FC7-A490-31CF-71E1D42DC2DC}"/>
          </ac:spMkLst>
        </pc:spChg>
        <pc:spChg chg="mod topLvl">
          <ac:chgData name="Leo Hoarty" userId="d2d44a6739d0542d" providerId="LiveId" clId="{CCFAC032-0B3E-4260-BE9E-07D9BC795C55}" dt="2023-11-26T10:04:38.011" v="357" actId="1036"/>
          <ac:spMkLst>
            <pc:docMk/>
            <pc:sldMk cId="1526442470" sldId="263"/>
            <ac:spMk id="36" creationId="{1C158A34-8387-6972-E11E-EED3B9E3FB4B}"/>
          </ac:spMkLst>
        </pc:spChg>
        <pc:spChg chg="mod topLvl">
          <ac:chgData name="Leo Hoarty" userId="d2d44a6739d0542d" providerId="LiveId" clId="{CCFAC032-0B3E-4260-BE9E-07D9BC795C55}" dt="2023-11-26T10:03:48.962" v="331" actId="1037"/>
          <ac:spMkLst>
            <pc:docMk/>
            <pc:sldMk cId="1526442470" sldId="263"/>
            <ac:spMk id="37" creationId="{BCD75037-2967-026B-90E1-98817D574AA4}"/>
          </ac:spMkLst>
        </pc:spChg>
        <pc:spChg chg="mod topLvl">
          <ac:chgData name="Leo Hoarty" userId="d2d44a6739d0542d" providerId="LiveId" clId="{CCFAC032-0B3E-4260-BE9E-07D9BC795C55}" dt="2023-11-26T10:03:48.962" v="331" actId="1037"/>
          <ac:spMkLst>
            <pc:docMk/>
            <pc:sldMk cId="1526442470" sldId="263"/>
            <ac:spMk id="38" creationId="{3840CD29-BB73-E6E9-EA1F-76527BD1B812}"/>
          </ac:spMkLst>
        </pc:spChg>
        <pc:spChg chg="del mod topLvl">
          <ac:chgData name="Leo Hoarty" userId="d2d44a6739d0542d" providerId="LiveId" clId="{CCFAC032-0B3E-4260-BE9E-07D9BC795C55}" dt="2023-11-26T09:32:54.302" v="72" actId="478"/>
          <ac:spMkLst>
            <pc:docMk/>
            <pc:sldMk cId="1526442470" sldId="263"/>
            <ac:spMk id="39" creationId="{04A51B2E-B226-DE34-2F16-4479EA39708B}"/>
          </ac:spMkLst>
        </pc:spChg>
        <pc:spChg chg="add mod">
          <ac:chgData name="Leo Hoarty" userId="d2d44a6739d0542d" providerId="LiveId" clId="{CCFAC032-0B3E-4260-BE9E-07D9BC795C55}" dt="2023-11-26T10:05:11.028" v="372" actId="1035"/>
          <ac:spMkLst>
            <pc:docMk/>
            <pc:sldMk cId="1526442470" sldId="263"/>
            <ac:spMk id="40" creationId="{95216558-AF75-2AE2-E32A-C9AA247F3843}"/>
          </ac:spMkLst>
        </pc:spChg>
        <pc:spChg chg="add mod">
          <ac:chgData name="Leo Hoarty" userId="d2d44a6739d0542d" providerId="LiveId" clId="{CCFAC032-0B3E-4260-BE9E-07D9BC795C55}" dt="2023-11-26T10:05:11.028" v="372" actId="1035"/>
          <ac:spMkLst>
            <pc:docMk/>
            <pc:sldMk cId="1526442470" sldId="263"/>
            <ac:spMk id="41" creationId="{895FCE2F-D429-2782-B657-60B44777B526}"/>
          </ac:spMkLst>
        </pc:spChg>
        <pc:spChg chg="mod topLvl">
          <ac:chgData name="Leo Hoarty" userId="d2d44a6739d0542d" providerId="LiveId" clId="{CCFAC032-0B3E-4260-BE9E-07D9BC795C55}" dt="2023-11-26T10:03:48.962" v="331" actId="1037"/>
          <ac:spMkLst>
            <pc:docMk/>
            <pc:sldMk cId="1526442470" sldId="263"/>
            <ac:spMk id="42" creationId="{DFB74683-E0DC-F9DF-0AB2-CA99BEC79ECD}"/>
          </ac:spMkLst>
        </pc:spChg>
        <pc:spChg chg="mod topLvl">
          <ac:chgData name="Leo Hoarty" userId="d2d44a6739d0542d" providerId="LiveId" clId="{CCFAC032-0B3E-4260-BE9E-07D9BC795C55}" dt="2023-11-26T10:03:48.962" v="331" actId="1037"/>
          <ac:spMkLst>
            <pc:docMk/>
            <pc:sldMk cId="1526442470" sldId="263"/>
            <ac:spMk id="43" creationId="{EF13D1AD-6E02-BDAB-6F64-DF6EAD22495C}"/>
          </ac:spMkLst>
        </pc:spChg>
        <pc:spChg chg="add mod">
          <ac:chgData name="Leo Hoarty" userId="d2d44a6739d0542d" providerId="LiveId" clId="{CCFAC032-0B3E-4260-BE9E-07D9BC795C55}" dt="2023-11-26T10:05:11.028" v="372" actId="1035"/>
          <ac:spMkLst>
            <pc:docMk/>
            <pc:sldMk cId="1526442470" sldId="263"/>
            <ac:spMk id="44" creationId="{570A87AC-977C-D17D-3FC1-3A8F60A7B1E2}"/>
          </ac:spMkLst>
        </pc:spChg>
        <pc:spChg chg="mod topLvl">
          <ac:chgData name="Leo Hoarty" userId="d2d44a6739d0542d" providerId="LiveId" clId="{CCFAC032-0B3E-4260-BE9E-07D9BC795C55}" dt="2023-11-26T10:04:38.011" v="357" actId="1036"/>
          <ac:spMkLst>
            <pc:docMk/>
            <pc:sldMk cId="1526442470" sldId="263"/>
            <ac:spMk id="45" creationId="{07938BF5-2DC9-62E6-6AE0-F4885CB23AA0}"/>
          </ac:spMkLst>
        </pc:spChg>
        <pc:spChg chg="mod topLvl">
          <ac:chgData name="Leo Hoarty" userId="d2d44a6739d0542d" providerId="LiveId" clId="{CCFAC032-0B3E-4260-BE9E-07D9BC795C55}" dt="2023-11-26T10:04:38.011" v="357" actId="1036"/>
          <ac:spMkLst>
            <pc:docMk/>
            <pc:sldMk cId="1526442470" sldId="263"/>
            <ac:spMk id="46" creationId="{3098A7EA-4740-3580-9705-45D2A5E791FD}"/>
          </ac:spMkLst>
        </pc:spChg>
        <pc:spChg chg="mod topLvl">
          <ac:chgData name="Leo Hoarty" userId="d2d44a6739d0542d" providerId="LiveId" clId="{CCFAC032-0B3E-4260-BE9E-07D9BC795C55}" dt="2023-11-26T10:04:38.011" v="357" actId="1036"/>
          <ac:spMkLst>
            <pc:docMk/>
            <pc:sldMk cId="1526442470" sldId="263"/>
            <ac:spMk id="47" creationId="{1C4EAE08-A3F1-DE80-9F2C-9ABDB461165E}"/>
          </ac:spMkLst>
        </pc:spChg>
        <pc:spChg chg="mod topLvl">
          <ac:chgData name="Leo Hoarty" userId="d2d44a6739d0542d" providerId="LiveId" clId="{CCFAC032-0B3E-4260-BE9E-07D9BC795C55}" dt="2023-11-26T10:04:38.011" v="357" actId="1036"/>
          <ac:spMkLst>
            <pc:docMk/>
            <pc:sldMk cId="1526442470" sldId="263"/>
            <ac:spMk id="48" creationId="{B9B2E3B1-5AB9-8195-19F2-F0E088B58306}"/>
          </ac:spMkLst>
        </pc:spChg>
        <pc:spChg chg="mod topLvl">
          <ac:chgData name="Leo Hoarty" userId="d2d44a6739d0542d" providerId="LiveId" clId="{CCFAC032-0B3E-4260-BE9E-07D9BC795C55}" dt="2023-11-26T10:04:38.011" v="357" actId="1036"/>
          <ac:spMkLst>
            <pc:docMk/>
            <pc:sldMk cId="1526442470" sldId="263"/>
            <ac:spMk id="49" creationId="{C8B51901-A189-F853-E464-AC9E8426F627}"/>
          </ac:spMkLst>
        </pc:spChg>
        <pc:spChg chg="add mod">
          <ac:chgData name="Leo Hoarty" userId="d2d44a6739d0542d" providerId="LiveId" clId="{CCFAC032-0B3E-4260-BE9E-07D9BC795C55}" dt="2023-11-26T10:05:11.028" v="372" actId="1035"/>
          <ac:spMkLst>
            <pc:docMk/>
            <pc:sldMk cId="1526442470" sldId="263"/>
            <ac:spMk id="50" creationId="{BF9BC41A-CDC9-9662-07FC-075E52B1F62D}"/>
          </ac:spMkLst>
        </pc:spChg>
        <pc:spChg chg="add mod">
          <ac:chgData name="Leo Hoarty" userId="d2d44a6739d0542d" providerId="LiveId" clId="{CCFAC032-0B3E-4260-BE9E-07D9BC795C55}" dt="2023-11-26T10:03:48.962" v="331" actId="1037"/>
          <ac:spMkLst>
            <pc:docMk/>
            <pc:sldMk cId="1526442470" sldId="263"/>
            <ac:spMk id="51" creationId="{C71A7C31-B84D-BEBF-98C4-B1B83710F9CC}"/>
          </ac:spMkLst>
        </pc:spChg>
        <pc:spChg chg="mod topLvl">
          <ac:chgData name="Leo Hoarty" userId="d2d44a6739d0542d" providerId="LiveId" clId="{CCFAC032-0B3E-4260-BE9E-07D9BC795C55}" dt="2023-11-26T10:03:48.962" v="331" actId="1037"/>
          <ac:spMkLst>
            <pc:docMk/>
            <pc:sldMk cId="1526442470" sldId="263"/>
            <ac:spMk id="52" creationId="{5837E66D-3F84-DC9A-0728-EC0DABA16742}"/>
          </ac:spMkLst>
        </pc:spChg>
        <pc:spChg chg="del mod topLvl">
          <ac:chgData name="Leo Hoarty" userId="d2d44a6739d0542d" providerId="LiveId" clId="{CCFAC032-0B3E-4260-BE9E-07D9BC795C55}" dt="2023-11-26T09:33:33.910" v="78" actId="478"/>
          <ac:spMkLst>
            <pc:docMk/>
            <pc:sldMk cId="1526442470" sldId="263"/>
            <ac:spMk id="53" creationId="{8E789C6D-0ED6-A499-14FA-EAC225E66881}"/>
          </ac:spMkLst>
        </pc:spChg>
        <pc:spChg chg="del mod topLvl">
          <ac:chgData name="Leo Hoarty" userId="d2d44a6739d0542d" providerId="LiveId" clId="{CCFAC032-0B3E-4260-BE9E-07D9BC795C55}" dt="2023-11-26T09:33:33.910" v="78" actId="478"/>
          <ac:spMkLst>
            <pc:docMk/>
            <pc:sldMk cId="1526442470" sldId="263"/>
            <ac:spMk id="54" creationId="{53CBCCBE-A3C3-B306-9CBB-8F62C00CCB55}"/>
          </ac:spMkLst>
        </pc:spChg>
        <pc:spChg chg="mod topLvl">
          <ac:chgData name="Leo Hoarty" userId="d2d44a6739d0542d" providerId="LiveId" clId="{CCFAC032-0B3E-4260-BE9E-07D9BC795C55}" dt="2023-11-26T10:03:48.962" v="331" actId="1037"/>
          <ac:spMkLst>
            <pc:docMk/>
            <pc:sldMk cId="1526442470" sldId="263"/>
            <ac:spMk id="55" creationId="{80BA1BC7-7FDD-56CD-780E-48A0C7E0BC93}"/>
          </ac:spMkLst>
        </pc:spChg>
        <pc:spChg chg="del mod topLvl">
          <ac:chgData name="Leo Hoarty" userId="d2d44a6739d0542d" providerId="LiveId" clId="{CCFAC032-0B3E-4260-BE9E-07D9BC795C55}" dt="2023-11-26T09:33:21.197" v="76" actId="478"/>
          <ac:spMkLst>
            <pc:docMk/>
            <pc:sldMk cId="1526442470" sldId="263"/>
            <ac:spMk id="56" creationId="{CFB8A986-FDA0-2B6E-D55C-548B9E30DB08}"/>
          </ac:spMkLst>
        </pc:spChg>
        <pc:spChg chg="add mod">
          <ac:chgData name="Leo Hoarty" userId="d2d44a6739d0542d" providerId="LiveId" clId="{CCFAC032-0B3E-4260-BE9E-07D9BC795C55}" dt="2023-11-26T10:03:48.962" v="331" actId="1037"/>
          <ac:spMkLst>
            <pc:docMk/>
            <pc:sldMk cId="1526442470" sldId="263"/>
            <ac:spMk id="57" creationId="{853F56A9-EFD6-EE6E-83B0-699E1AE67978}"/>
          </ac:spMkLst>
        </pc:spChg>
        <pc:spChg chg="add del mod">
          <ac:chgData name="Leo Hoarty" userId="d2d44a6739d0542d" providerId="LiveId" clId="{CCFAC032-0B3E-4260-BE9E-07D9BC795C55}" dt="2023-11-26T10:07:51.330" v="386" actId="478"/>
          <ac:spMkLst>
            <pc:docMk/>
            <pc:sldMk cId="1526442470" sldId="263"/>
            <ac:spMk id="58" creationId="{30979381-52F2-DA57-59FB-7467854F09F8}"/>
          </ac:spMkLst>
        </pc:spChg>
        <pc:spChg chg="add mod">
          <ac:chgData name="Leo Hoarty" userId="d2d44a6739d0542d" providerId="LiveId" clId="{CCFAC032-0B3E-4260-BE9E-07D9BC795C55}" dt="2023-11-26T10:07:35.559" v="383" actId="1076"/>
          <ac:spMkLst>
            <pc:docMk/>
            <pc:sldMk cId="1526442470" sldId="263"/>
            <ac:spMk id="59" creationId="{07C00E1A-43F4-EFD8-FE89-6C19E3412902}"/>
          </ac:spMkLst>
        </pc:spChg>
        <pc:spChg chg="add mod">
          <ac:chgData name="Leo Hoarty" userId="d2d44a6739d0542d" providerId="LiveId" clId="{CCFAC032-0B3E-4260-BE9E-07D9BC795C55}" dt="2023-11-26T10:07:48.232" v="385" actId="1076"/>
          <ac:spMkLst>
            <pc:docMk/>
            <pc:sldMk cId="1526442470" sldId="263"/>
            <ac:spMk id="60" creationId="{20B76825-4451-C30D-4780-09879A925616}"/>
          </ac:spMkLst>
        </pc:spChg>
        <pc:spChg chg="add mod">
          <ac:chgData name="Leo Hoarty" userId="d2d44a6739d0542d" providerId="LiveId" clId="{CCFAC032-0B3E-4260-BE9E-07D9BC795C55}" dt="2023-11-26T10:07:58.216" v="388" actId="1076"/>
          <ac:spMkLst>
            <pc:docMk/>
            <pc:sldMk cId="1526442470" sldId="263"/>
            <ac:spMk id="61" creationId="{368DF7A3-1632-7B01-DE55-E9D7C7FE1B34}"/>
          </ac:spMkLst>
        </pc:spChg>
        <pc:spChg chg="mod topLvl">
          <ac:chgData name="Leo Hoarty" userId="d2d44a6739d0542d" providerId="LiveId" clId="{CCFAC032-0B3E-4260-BE9E-07D9BC795C55}" dt="2023-11-26T10:04:23.042" v="356" actId="1036"/>
          <ac:spMkLst>
            <pc:docMk/>
            <pc:sldMk cId="1526442470" sldId="263"/>
            <ac:spMk id="66" creationId="{AE65F2FE-14D6-EC7C-A4D2-7274877EB8C5}"/>
          </ac:spMkLst>
        </pc:spChg>
        <pc:spChg chg="mod topLvl">
          <ac:chgData name="Leo Hoarty" userId="d2d44a6739d0542d" providerId="LiveId" clId="{CCFAC032-0B3E-4260-BE9E-07D9BC795C55}" dt="2023-11-26T10:04:23.042" v="356" actId="1036"/>
          <ac:spMkLst>
            <pc:docMk/>
            <pc:sldMk cId="1526442470" sldId="263"/>
            <ac:spMk id="67" creationId="{D224E861-3158-B0CC-7789-4722C650D927}"/>
          </ac:spMkLst>
        </pc:spChg>
        <pc:spChg chg="mod topLvl">
          <ac:chgData name="Leo Hoarty" userId="d2d44a6739d0542d" providerId="LiveId" clId="{CCFAC032-0B3E-4260-BE9E-07D9BC795C55}" dt="2023-11-26T10:04:23.042" v="356" actId="1036"/>
          <ac:spMkLst>
            <pc:docMk/>
            <pc:sldMk cId="1526442470" sldId="263"/>
            <ac:spMk id="69" creationId="{C1CE8BE1-3449-6A6A-766A-FC05894CAD70}"/>
          </ac:spMkLst>
        </pc:spChg>
        <pc:spChg chg="mod topLvl">
          <ac:chgData name="Leo Hoarty" userId="d2d44a6739d0542d" providerId="LiveId" clId="{CCFAC032-0B3E-4260-BE9E-07D9BC795C55}" dt="2023-11-26T10:03:48.962" v="331" actId="1037"/>
          <ac:spMkLst>
            <pc:docMk/>
            <pc:sldMk cId="1526442470" sldId="263"/>
            <ac:spMk id="71" creationId="{067328BF-CB9A-72F7-349E-047883185D5E}"/>
          </ac:spMkLst>
        </pc:spChg>
        <pc:spChg chg="add mod">
          <ac:chgData name="Leo Hoarty" userId="d2d44a6739d0542d" providerId="LiveId" clId="{CCFAC032-0B3E-4260-BE9E-07D9BC795C55}" dt="2023-11-26T10:04:15.691" v="350"/>
          <ac:spMkLst>
            <pc:docMk/>
            <pc:sldMk cId="1526442470" sldId="263"/>
            <ac:spMk id="72" creationId="{650E6929-CE8F-A9D7-A19F-DBA6B147D2C7}"/>
          </ac:spMkLst>
        </pc:spChg>
        <pc:spChg chg="add mod">
          <ac:chgData name="Leo Hoarty" userId="d2d44a6739d0542d" providerId="LiveId" clId="{CCFAC032-0B3E-4260-BE9E-07D9BC795C55}" dt="2023-11-26T10:04:15.691" v="350"/>
          <ac:spMkLst>
            <pc:docMk/>
            <pc:sldMk cId="1526442470" sldId="263"/>
            <ac:spMk id="73" creationId="{FE943511-790D-6A23-75FE-0EBF1D3A2909}"/>
          </ac:spMkLst>
        </pc:spChg>
        <pc:spChg chg="mod topLvl">
          <ac:chgData name="Leo Hoarty" userId="d2d44a6739d0542d" providerId="LiveId" clId="{CCFAC032-0B3E-4260-BE9E-07D9BC795C55}" dt="2023-11-26T10:04:38.011" v="357" actId="1036"/>
          <ac:spMkLst>
            <pc:docMk/>
            <pc:sldMk cId="1526442470" sldId="263"/>
            <ac:spMk id="74" creationId="{9280A0B2-8AD5-E1BD-DDB0-640A7FB64D27}"/>
          </ac:spMkLst>
        </pc:spChg>
        <pc:spChg chg="add del mod">
          <ac:chgData name="Leo Hoarty" userId="d2d44a6739d0542d" providerId="LiveId" clId="{CCFAC032-0B3E-4260-BE9E-07D9BC795C55}" dt="2023-11-26T10:13:32.020" v="389" actId="478"/>
          <ac:spMkLst>
            <pc:docMk/>
            <pc:sldMk cId="1526442470" sldId="263"/>
            <ac:spMk id="75" creationId="{843CBC56-3DD2-F837-A905-1E8B90B61934}"/>
          </ac:spMkLst>
        </pc:spChg>
        <pc:spChg chg="add mod">
          <ac:chgData name="Leo Hoarty" userId="d2d44a6739d0542d" providerId="LiveId" clId="{CCFAC032-0B3E-4260-BE9E-07D9BC795C55}" dt="2023-11-26T10:13:42.817" v="391" actId="1076"/>
          <ac:spMkLst>
            <pc:docMk/>
            <pc:sldMk cId="1526442470" sldId="263"/>
            <ac:spMk id="77" creationId="{6CD5BBA5-DE75-2356-7BAD-25B76863ACCC}"/>
          </ac:spMkLst>
        </pc:spChg>
        <pc:spChg chg="mod topLvl">
          <ac:chgData name="Leo Hoarty" userId="d2d44a6739d0542d" providerId="LiveId" clId="{CCFAC032-0B3E-4260-BE9E-07D9BC795C55}" dt="2023-11-26T10:03:48.962" v="331" actId="1037"/>
          <ac:spMkLst>
            <pc:docMk/>
            <pc:sldMk cId="1526442470" sldId="263"/>
            <ac:spMk id="80" creationId="{3AEDFEF9-4145-36B6-5BD4-13610E245369}"/>
          </ac:spMkLst>
        </pc:spChg>
        <pc:spChg chg="del mod topLvl">
          <ac:chgData name="Leo Hoarty" userId="d2d44a6739d0542d" providerId="LiveId" clId="{CCFAC032-0B3E-4260-BE9E-07D9BC795C55}" dt="2023-11-26T10:00:53.418" v="251" actId="478"/>
          <ac:spMkLst>
            <pc:docMk/>
            <pc:sldMk cId="1526442470" sldId="263"/>
            <ac:spMk id="82" creationId="{B5442490-3469-0DB8-7D77-31C0796C1B52}"/>
          </ac:spMkLst>
        </pc:spChg>
        <pc:spChg chg="del mod topLvl">
          <ac:chgData name="Leo Hoarty" userId="d2d44a6739d0542d" providerId="LiveId" clId="{CCFAC032-0B3E-4260-BE9E-07D9BC795C55}" dt="2023-11-26T09:18:13.104" v="13" actId="478"/>
          <ac:spMkLst>
            <pc:docMk/>
            <pc:sldMk cId="1526442470" sldId="263"/>
            <ac:spMk id="85" creationId="{E0F35FD6-AD9F-EC8E-0671-1F3695F2D363}"/>
          </ac:spMkLst>
        </pc:spChg>
        <pc:spChg chg="del mod topLvl">
          <ac:chgData name="Leo Hoarty" userId="d2d44a6739d0542d" providerId="LiveId" clId="{CCFAC032-0B3E-4260-BE9E-07D9BC795C55}" dt="2023-11-26T09:18:13.104" v="13" actId="478"/>
          <ac:spMkLst>
            <pc:docMk/>
            <pc:sldMk cId="1526442470" sldId="263"/>
            <ac:spMk id="86" creationId="{7EC6FBCC-9FD0-253D-C4CE-4ADB2BA94888}"/>
          </ac:spMkLst>
        </pc:spChg>
        <pc:spChg chg="del mod topLvl">
          <ac:chgData name="Leo Hoarty" userId="d2d44a6739d0542d" providerId="LiveId" clId="{CCFAC032-0B3E-4260-BE9E-07D9BC795C55}" dt="2023-11-26T09:18:13.104" v="13" actId="478"/>
          <ac:spMkLst>
            <pc:docMk/>
            <pc:sldMk cId="1526442470" sldId="263"/>
            <ac:spMk id="87" creationId="{096B9B02-1988-1E02-76B8-C0C422ACD451}"/>
          </ac:spMkLst>
        </pc:spChg>
        <pc:spChg chg="del mod topLvl">
          <ac:chgData name="Leo Hoarty" userId="d2d44a6739d0542d" providerId="LiveId" clId="{CCFAC032-0B3E-4260-BE9E-07D9BC795C55}" dt="2023-11-26T09:18:13.104" v="13" actId="478"/>
          <ac:spMkLst>
            <pc:docMk/>
            <pc:sldMk cId="1526442470" sldId="263"/>
            <ac:spMk id="88" creationId="{091BD9A1-F984-6496-2856-EF8423B0BE9D}"/>
          </ac:spMkLst>
        </pc:spChg>
        <pc:spChg chg="del mod topLvl">
          <ac:chgData name="Leo Hoarty" userId="d2d44a6739d0542d" providerId="LiveId" clId="{CCFAC032-0B3E-4260-BE9E-07D9BC795C55}" dt="2023-11-26T09:18:13.104" v="13" actId="478"/>
          <ac:spMkLst>
            <pc:docMk/>
            <pc:sldMk cId="1526442470" sldId="263"/>
            <ac:spMk id="89" creationId="{BE25DC28-CAB6-6CB0-E718-D17D9B4C813F}"/>
          </ac:spMkLst>
        </pc:spChg>
        <pc:spChg chg="del mod topLvl">
          <ac:chgData name="Leo Hoarty" userId="d2d44a6739d0542d" providerId="LiveId" clId="{CCFAC032-0B3E-4260-BE9E-07D9BC795C55}" dt="2023-11-26T10:00:53.418" v="251" actId="478"/>
          <ac:spMkLst>
            <pc:docMk/>
            <pc:sldMk cId="1526442470" sldId="263"/>
            <ac:spMk id="90" creationId="{842A59CB-222B-FF32-B8C9-175BDB001C6D}"/>
          </ac:spMkLst>
        </pc:spChg>
        <pc:spChg chg="del mod topLvl">
          <ac:chgData name="Leo Hoarty" userId="d2d44a6739d0542d" providerId="LiveId" clId="{CCFAC032-0B3E-4260-BE9E-07D9BC795C55}" dt="2023-11-26T09:18:16.848" v="15" actId="478"/>
          <ac:spMkLst>
            <pc:docMk/>
            <pc:sldMk cId="1526442470" sldId="263"/>
            <ac:spMk id="108" creationId="{96C8AB0A-92C4-7482-026C-DBA27BCB8DCF}"/>
          </ac:spMkLst>
        </pc:spChg>
        <pc:spChg chg="del mod topLvl">
          <ac:chgData name="Leo Hoarty" userId="d2d44a6739d0542d" providerId="LiveId" clId="{CCFAC032-0B3E-4260-BE9E-07D9BC795C55}" dt="2023-11-26T09:18:18.855" v="16" actId="478"/>
          <ac:spMkLst>
            <pc:docMk/>
            <pc:sldMk cId="1526442470" sldId="263"/>
            <ac:spMk id="109" creationId="{F2DB01E2-02B4-B34E-7665-67B6FEE87073}"/>
          </ac:spMkLst>
        </pc:spChg>
        <pc:spChg chg="del mod topLvl">
          <ac:chgData name="Leo Hoarty" userId="d2d44a6739d0542d" providerId="LiveId" clId="{CCFAC032-0B3E-4260-BE9E-07D9BC795C55}" dt="2023-11-26T09:18:15.416" v="14" actId="478"/>
          <ac:spMkLst>
            <pc:docMk/>
            <pc:sldMk cId="1526442470" sldId="263"/>
            <ac:spMk id="110" creationId="{4B7FF276-251A-26E5-FC1B-CEAEFD3E447B}"/>
          </ac:spMkLst>
        </pc:spChg>
        <pc:spChg chg="del mod topLvl">
          <ac:chgData name="Leo Hoarty" userId="d2d44a6739d0542d" providerId="LiveId" clId="{CCFAC032-0B3E-4260-BE9E-07D9BC795C55}" dt="2023-11-26T09:18:15.416" v="14" actId="478"/>
          <ac:spMkLst>
            <pc:docMk/>
            <pc:sldMk cId="1526442470" sldId="263"/>
            <ac:spMk id="111" creationId="{38DF48EA-3AA3-A10F-0E75-5BAD31B00C21}"/>
          </ac:spMkLst>
        </pc:spChg>
        <pc:spChg chg="del mod topLvl">
          <ac:chgData name="Leo Hoarty" userId="d2d44a6739d0542d" providerId="LiveId" clId="{CCFAC032-0B3E-4260-BE9E-07D9BC795C55}" dt="2023-11-26T09:18:15.416" v="14" actId="478"/>
          <ac:spMkLst>
            <pc:docMk/>
            <pc:sldMk cId="1526442470" sldId="263"/>
            <ac:spMk id="112" creationId="{B007C4BF-13B2-C380-7913-F0D143443B4F}"/>
          </ac:spMkLst>
        </pc:spChg>
        <pc:spChg chg="del mod topLvl">
          <ac:chgData name="Leo Hoarty" userId="d2d44a6739d0542d" providerId="LiveId" clId="{CCFAC032-0B3E-4260-BE9E-07D9BC795C55}" dt="2023-11-26T09:18:15.416" v="14" actId="478"/>
          <ac:spMkLst>
            <pc:docMk/>
            <pc:sldMk cId="1526442470" sldId="263"/>
            <ac:spMk id="113" creationId="{B3DA40FF-C5FF-9232-3BE1-4F9343FE7A65}"/>
          </ac:spMkLst>
        </pc:spChg>
        <pc:spChg chg="del mod topLvl">
          <ac:chgData name="Leo Hoarty" userId="d2d44a6739d0542d" providerId="LiveId" clId="{CCFAC032-0B3E-4260-BE9E-07D9BC795C55}" dt="2023-11-26T09:18:15.416" v="14" actId="478"/>
          <ac:spMkLst>
            <pc:docMk/>
            <pc:sldMk cId="1526442470" sldId="263"/>
            <ac:spMk id="114" creationId="{35E8921F-D80B-00D7-D8DD-6A8105B6AAAD}"/>
          </ac:spMkLst>
        </pc:spChg>
        <pc:spChg chg="mod topLvl">
          <ac:chgData name="Leo Hoarty" userId="d2d44a6739d0542d" providerId="LiveId" clId="{CCFAC032-0B3E-4260-BE9E-07D9BC795C55}" dt="2023-11-26T10:04:38.011" v="357" actId="1036"/>
          <ac:spMkLst>
            <pc:docMk/>
            <pc:sldMk cId="1526442470" sldId="263"/>
            <ac:spMk id="124" creationId="{9C309E07-BD5D-40F5-2522-9E8ACDA182CE}"/>
          </ac:spMkLst>
        </pc:spChg>
        <pc:spChg chg="mod topLvl">
          <ac:chgData name="Leo Hoarty" userId="d2d44a6739d0542d" providerId="LiveId" clId="{CCFAC032-0B3E-4260-BE9E-07D9BC795C55}" dt="2023-11-26T10:03:48.962" v="331" actId="1037"/>
          <ac:spMkLst>
            <pc:docMk/>
            <pc:sldMk cId="1526442470" sldId="263"/>
            <ac:spMk id="125" creationId="{4F57908C-7BB2-8F14-BFE1-E75059074535}"/>
          </ac:spMkLst>
        </pc:spChg>
        <pc:spChg chg="mod topLvl">
          <ac:chgData name="Leo Hoarty" userId="d2d44a6739d0542d" providerId="LiveId" clId="{CCFAC032-0B3E-4260-BE9E-07D9BC795C55}" dt="2023-11-26T10:05:11.028" v="372" actId="1035"/>
          <ac:spMkLst>
            <pc:docMk/>
            <pc:sldMk cId="1526442470" sldId="263"/>
            <ac:spMk id="126" creationId="{B5E8230D-7B5A-4C43-644F-C564588F816C}"/>
          </ac:spMkLst>
        </pc:spChg>
        <pc:spChg chg="mod topLvl">
          <ac:chgData name="Leo Hoarty" userId="d2d44a6739d0542d" providerId="LiveId" clId="{CCFAC032-0B3E-4260-BE9E-07D9BC795C55}" dt="2023-11-26T10:03:48.962" v="331" actId="1037"/>
          <ac:spMkLst>
            <pc:docMk/>
            <pc:sldMk cId="1526442470" sldId="263"/>
            <ac:spMk id="137" creationId="{87F18A06-DFC6-EC4D-7545-25F76988504E}"/>
          </ac:spMkLst>
        </pc:spChg>
        <pc:spChg chg="mod topLvl">
          <ac:chgData name="Leo Hoarty" userId="d2d44a6739d0542d" providerId="LiveId" clId="{CCFAC032-0B3E-4260-BE9E-07D9BC795C55}" dt="2023-11-26T10:04:38.011" v="357" actId="1036"/>
          <ac:spMkLst>
            <pc:docMk/>
            <pc:sldMk cId="1526442470" sldId="263"/>
            <ac:spMk id="138" creationId="{B350C786-2AD2-9610-CB2E-A7DE8298A770}"/>
          </ac:spMkLst>
        </pc:spChg>
        <pc:spChg chg="mod topLvl">
          <ac:chgData name="Leo Hoarty" userId="d2d44a6739d0542d" providerId="LiveId" clId="{CCFAC032-0B3E-4260-BE9E-07D9BC795C55}" dt="2023-11-26T10:04:38.011" v="357" actId="1036"/>
          <ac:spMkLst>
            <pc:docMk/>
            <pc:sldMk cId="1526442470" sldId="263"/>
            <ac:spMk id="139" creationId="{0506F576-3B56-C43E-873E-B6EF62B822F8}"/>
          </ac:spMkLst>
        </pc:spChg>
        <pc:spChg chg="mod topLvl">
          <ac:chgData name="Leo Hoarty" userId="d2d44a6739d0542d" providerId="LiveId" clId="{CCFAC032-0B3E-4260-BE9E-07D9BC795C55}" dt="2023-11-26T10:03:48.962" v="331" actId="1037"/>
          <ac:spMkLst>
            <pc:docMk/>
            <pc:sldMk cId="1526442470" sldId="263"/>
            <ac:spMk id="140" creationId="{ACE626B3-DA36-3FA4-E9E7-F5B82E4D0694}"/>
          </ac:spMkLst>
        </pc:spChg>
        <pc:spChg chg="mod topLvl">
          <ac:chgData name="Leo Hoarty" userId="d2d44a6739d0542d" providerId="LiveId" clId="{CCFAC032-0B3E-4260-BE9E-07D9BC795C55}" dt="2023-11-26T10:03:48.962" v="331" actId="1037"/>
          <ac:spMkLst>
            <pc:docMk/>
            <pc:sldMk cId="1526442470" sldId="263"/>
            <ac:spMk id="141" creationId="{FCA4B8F4-E2BD-AEC8-0AB8-9CB6875FB3C4}"/>
          </ac:spMkLst>
        </pc:spChg>
        <pc:spChg chg="mod topLvl">
          <ac:chgData name="Leo Hoarty" userId="d2d44a6739d0542d" providerId="LiveId" clId="{CCFAC032-0B3E-4260-BE9E-07D9BC795C55}" dt="2023-11-26T10:03:48.962" v="331" actId="1037"/>
          <ac:spMkLst>
            <pc:docMk/>
            <pc:sldMk cId="1526442470" sldId="263"/>
            <ac:spMk id="143" creationId="{431B9FBD-DBC8-7827-EAEA-6A305F28E993}"/>
          </ac:spMkLst>
        </pc:spChg>
        <pc:spChg chg="mod topLvl">
          <ac:chgData name="Leo Hoarty" userId="d2d44a6739d0542d" providerId="LiveId" clId="{CCFAC032-0B3E-4260-BE9E-07D9BC795C55}" dt="2023-11-26T10:03:48.962" v="331" actId="1037"/>
          <ac:spMkLst>
            <pc:docMk/>
            <pc:sldMk cId="1526442470" sldId="263"/>
            <ac:spMk id="146" creationId="{2FD5BF67-63DE-FD85-B595-F9F459C3B0FC}"/>
          </ac:spMkLst>
        </pc:spChg>
        <pc:spChg chg="del mod topLvl">
          <ac:chgData name="Leo Hoarty" userId="d2d44a6739d0542d" providerId="LiveId" clId="{CCFAC032-0B3E-4260-BE9E-07D9BC795C55}" dt="2023-11-26T09:33:24.893" v="77" actId="478"/>
          <ac:spMkLst>
            <pc:docMk/>
            <pc:sldMk cId="1526442470" sldId="263"/>
            <ac:spMk id="160" creationId="{4EA4033C-0BFE-0BCA-68EF-54C827A9378E}"/>
          </ac:spMkLst>
        </pc:spChg>
        <pc:spChg chg="del mod topLvl">
          <ac:chgData name="Leo Hoarty" userId="d2d44a6739d0542d" providerId="LiveId" clId="{CCFAC032-0B3E-4260-BE9E-07D9BC795C55}" dt="2023-11-26T09:33:24.893" v="77" actId="478"/>
          <ac:spMkLst>
            <pc:docMk/>
            <pc:sldMk cId="1526442470" sldId="263"/>
            <ac:spMk id="161" creationId="{4C03F004-ABAA-0909-B1F0-77F5E251660B}"/>
          </ac:spMkLst>
        </pc:spChg>
        <pc:spChg chg="del mod topLvl">
          <ac:chgData name="Leo Hoarty" userId="d2d44a6739d0542d" providerId="LiveId" clId="{CCFAC032-0B3E-4260-BE9E-07D9BC795C55}" dt="2023-11-26T09:33:24.893" v="77" actId="478"/>
          <ac:spMkLst>
            <pc:docMk/>
            <pc:sldMk cId="1526442470" sldId="263"/>
            <ac:spMk id="162" creationId="{70E97F65-E5CD-9488-C442-3BE26A378BAA}"/>
          </ac:spMkLst>
        </pc:spChg>
        <pc:spChg chg="del mod topLvl">
          <ac:chgData name="Leo Hoarty" userId="d2d44a6739d0542d" providerId="LiveId" clId="{CCFAC032-0B3E-4260-BE9E-07D9BC795C55}" dt="2023-11-26T09:33:24.893" v="77" actId="478"/>
          <ac:spMkLst>
            <pc:docMk/>
            <pc:sldMk cId="1526442470" sldId="263"/>
            <ac:spMk id="163" creationId="{2600A631-A542-964A-1C11-A942CC603925}"/>
          </ac:spMkLst>
        </pc:spChg>
        <pc:spChg chg="del mod topLvl">
          <ac:chgData name="Leo Hoarty" userId="d2d44a6739d0542d" providerId="LiveId" clId="{CCFAC032-0B3E-4260-BE9E-07D9BC795C55}" dt="2023-11-26T09:33:24.893" v="77" actId="478"/>
          <ac:spMkLst>
            <pc:docMk/>
            <pc:sldMk cId="1526442470" sldId="263"/>
            <ac:spMk id="182" creationId="{C754791F-27EC-DBCB-B8CE-050F91E6F174}"/>
          </ac:spMkLst>
        </pc:spChg>
        <pc:spChg chg="del mod topLvl">
          <ac:chgData name="Leo Hoarty" userId="d2d44a6739d0542d" providerId="LiveId" clId="{CCFAC032-0B3E-4260-BE9E-07D9BC795C55}" dt="2023-11-26T09:33:24.893" v="77" actId="478"/>
          <ac:spMkLst>
            <pc:docMk/>
            <pc:sldMk cId="1526442470" sldId="263"/>
            <ac:spMk id="183" creationId="{540D606A-8060-70DB-78F0-136096A145AD}"/>
          </ac:spMkLst>
        </pc:spChg>
        <pc:spChg chg="del mod topLvl">
          <ac:chgData name="Leo Hoarty" userId="d2d44a6739d0542d" providerId="LiveId" clId="{CCFAC032-0B3E-4260-BE9E-07D9BC795C55}" dt="2023-11-26T09:33:24.893" v="77" actId="478"/>
          <ac:spMkLst>
            <pc:docMk/>
            <pc:sldMk cId="1526442470" sldId="263"/>
            <ac:spMk id="184" creationId="{45913A2E-0B4C-9255-7822-F5BD913F43F7}"/>
          </ac:spMkLst>
        </pc:spChg>
        <pc:spChg chg="del mod topLvl">
          <ac:chgData name="Leo Hoarty" userId="d2d44a6739d0542d" providerId="LiveId" clId="{CCFAC032-0B3E-4260-BE9E-07D9BC795C55}" dt="2023-11-26T09:33:24.893" v="77" actId="478"/>
          <ac:spMkLst>
            <pc:docMk/>
            <pc:sldMk cId="1526442470" sldId="263"/>
            <ac:spMk id="185" creationId="{329BDAD0-BC50-5A20-C5D7-ACA80701E93F}"/>
          </ac:spMkLst>
        </pc:spChg>
        <pc:spChg chg="del mod topLvl">
          <ac:chgData name="Leo Hoarty" userId="d2d44a6739d0542d" providerId="LiveId" clId="{CCFAC032-0B3E-4260-BE9E-07D9BC795C55}" dt="2023-11-26T09:33:24.893" v="77" actId="478"/>
          <ac:spMkLst>
            <pc:docMk/>
            <pc:sldMk cId="1526442470" sldId="263"/>
            <ac:spMk id="186" creationId="{DA61A7B4-380D-B1CD-0998-43B5D460226D}"/>
          </ac:spMkLst>
        </pc:spChg>
        <pc:spChg chg="del mod topLvl">
          <ac:chgData name="Leo Hoarty" userId="d2d44a6739d0542d" providerId="LiveId" clId="{CCFAC032-0B3E-4260-BE9E-07D9BC795C55}" dt="2023-11-26T09:33:24.893" v="77" actId="478"/>
          <ac:spMkLst>
            <pc:docMk/>
            <pc:sldMk cId="1526442470" sldId="263"/>
            <ac:spMk id="187" creationId="{8FBBAC90-5575-D731-1602-3BCD7C092CC4}"/>
          </ac:spMkLst>
        </pc:spChg>
        <pc:grpChg chg="del">
          <ac:chgData name="Leo Hoarty" userId="d2d44a6739d0542d" providerId="LiveId" clId="{CCFAC032-0B3E-4260-BE9E-07D9BC795C55}" dt="2023-11-26T09:14:04.227" v="3" actId="165"/>
          <ac:grpSpMkLst>
            <pc:docMk/>
            <pc:sldMk cId="1526442470" sldId="263"/>
            <ac:grpSpMk id="33" creationId="{B543D0B8-E8FF-51C2-EB77-760D99D55691}"/>
          </ac:grpSpMkLst>
        </pc:grpChg>
        <pc:picChg chg="add del mod">
          <ac:chgData name="Leo Hoarty" userId="d2d44a6739d0542d" providerId="LiveId" clId="{CCFAC032-0B3E-4260-BE9E-07D9BC795C55}" dt="2023-11-26T09:30:31.572" v="43" actId="478"/>
          <ac:picMkLst>
            <pc:docMk/>
            <pc:sldMk cId="1526442470" sldId="263"/>
            <ac:picMk id="63" creationId="{1DC595AE-DBEF-BF6C-3581-E26ABBEB37AA}"/>
          </ac:picMkLst>
        </pc:picChg>
        <pc:picChg chg="add del mod">
          <ac:chgData name="Leo Hoarty" userId="d2d44a6739d0542d" providerId="LiveId" clId="{CCFAC032-0B3E-4260-BE9E-07D9BC795C55}" dt="2023-11-26T09:46:41.978" v="84" actId="478"/>
          <ac:picMkLst>
            <pc:docMk/>
            <pc:sldMk cId="1526442470" sldId="263"/>
            <ac:picMk id="65" creationId="{D3F83541-A4EC-E85B-9B12-639FB8C1F6F5}"/>
          </ac:picMkLst>
        </pc:picChg>
        <pc:picChg chg="add del mod">
          <ac:chgData name="Leo Hoarty" userId="d2d44a6739d0542d" providerId="LiveId" clId="{CCFAC032-0B3E-4260-BE9E-07D9BC795C55}" dt="2023-11-26T09:46:44.089" v="85" actId="478"/>
          <ac:picMkLst>
            <pc:docMk/>
            <pc:sldMk cId="1526442470" sldId="263"/>
            <ac:picMk id="70" creationId="{B042AF44-DC18-83FB-127C-7384B7E83A25}"/>
          </ac:picMkLst>
        </pc:picChg>
        <pc:cxnChg chg="mod topLvl">
          <ac:chgData name="Leo Hoarty" userId="d2d44a6739d0542d" providerId="LiveId" clId="{CCFAC032-0B3E-4260-BE9E-07D9BC795C55}" dt="2023-11-26T10:03:48.962" v="331" actId="1037"/>
          <ac:cxnSpMkLst>
            <pc:docMk/>
            <pc:sldMk cId="1526442470" sldId="263"/>
            <ac:cxnSpMk id="15" creationId="{F04C2B45-375F-E4CD-28EE-2C5B21E0652A}"/>
          </ac:cxnSpMkLst>
        </pc:cxnChg>
        <pc:cxnChg chg="del mod topLvl">
          <ac:chgData name="Leo Hoarty" userId="d2d44a6739d0542d" providerId="LiveId" clId="{CCFAC032-0B3E-4260-BE9E-07D9BC795C55}" dt="2023-11-26T09:18:15.416" v="14" actId="478"/>
          <ac:cxnSpMkLst>
            <pc:docMk/>
            <pc:sldMk cId="1526442470" sldId="263"/>
            <ac:cxnSpMk id="26" creationId="{B244FD8A-2DED-F8E6-8272-CD4F4FC5C33D}"/>
          </ac:cxnSpMkLst>
        </pc:cxnChg>
        <pc:cxnChg chg="del mod topLvl">
          <ac:chgData name="Leo Hoarty" userId="d2d44a6739d0542d" providerId="LiveId" clId="{CCFAC032-0B3E-4260-BE9E-07D9BC795C55}" dt="2023-11-26T09:18:15.416" v="14" actId="478"/>
          <ac:cxnSpMkLst>
            <pc:docMk/>
            <pc:sldMk cId="1526442470" sldId="263"/>
            <ac:cxnSpMk id="27" creationId="{ABF00811-C7B4-2DE0-5415-FD2B2FBDF152}"/>
          </ac:cxnSpMkLst>
        </pc:cxnChg>
        <pc:cxnChg chg="del mod topLvl">
          <ac:chgData name="Leo Hoarty" userId="d2d44a6739d0542d" providerId="LiveId" clId="{CCFAC032-0B3E-4260-BE9E-07D9BC795C55}" dt="2023-11-26T09:18:15.416" v="14" actId="478"/>
          <ac:cxnSpMkLst>
            <pc:docMk/>
            <pc:sldMk cId="1526442470" sldId="263"/>
            <ac:cxnSpMk id="28" creationId="{1D3E5C4A-EBA7-C244-EAEB-D4179BAF3EAC}"/>
          </ac:cxnSpMkLst>
        </pc:cxnChg>
        <pc:cxnChg chg="del mod topLvl">
          <ac:chgData name="Leo Hoarty" userId="d2d44a6739d0542d" providerId="LiveId" clId="{CCFAC032-0B3E-4260-BE9E-07D9BC795C55}" dt="2023-11-26T09:18:15.416" v="14" actId="478"/>
          <ac:cxnSpMkLst>
            <pc:docMk/>
            <pc:sldMk cId="1526442470" sldId="263"/>
            <ac:cxnSpMk id="29" creationId="{BA5C9AB9-FB1F-CC9F-3DCF-A29EC0298FE2}"/>
          </ac:cxnSpMkLst>
        </pc:cxnChg>
        <pc:cxnChg chg="del mod topLvl">
          <ac:chgData name="Leo Hoarty" userId="d2d44a6739d0542d" providerId="LiveId" clId="{CCFAC032-0B3E-4260-BE9E-07D9BC795C55}" dt="2023-11-26T09:18:15.416" v="14" actId="478"/>
          <ac:cxnSpMkLst>
            <pc:docMk/>
            <pc:sldMk cId="1526442470" sldId="263"/>
            <ac:cxnSpMk id="30" creationId="{1EBCDAC9-D07F-B87C-B697-D23ADBBB889A}"/>
          </ac:cxnSpMkLst>
        </pc:cxnChg>
        <pc:cxnChg chg="mod topLvl">
          <ac:chgData name="Leo Hoarty" userId="d2d44a6739d0542d" providerId="LiveId" clId="{CCFAC032-0B3E-4260-BE9E-07D9BC795C55}" dt="2023-11-26T10:03:48.962" v="331" actId="1037"/>
          <ac:cxnSpMkLst>
            <pc:docMk/>
            <pc:sldMk cId="1526442470" sldId="263"/>
            <ac:cxnSpMk id="76" creationId="{F62661E7-B0DC-1F7E-71D3-AFEB3C7EB2F7}"/>
          </ac:cxnSpMkLst>
        </pc:cxnChg>
        <pc:cxnChg chg="mod topLvl">
          <ac:chgData name="Leo Hoarty" userId="d2d44a6739d0542d" providerId="LiveId" clId="{CCFAC032-0B3E-4260-BE9E-07D9BC795C55}" dt="2023-11-26T10:03:48.962" v="331" actId="1037"/>
          <ac:cxnSpMkLst>
            <pc:docMk/>
            <pc:sldMk cId="1526442470" sldId="263"/>
            <ac:cxnSpMk id="78" creationId="{FEF6B718-C931-6A5A-9C42-72600059DA46}"/>
          </ac:cxnSpMkLst>
        </pc:cxnChg>
        <pc:cxnChg chg="del mod topLvl">
          <ac:chgData name="Leo Hoarty" userId="d2d44a6739d0542d" providerId="LiveId" clId="{CCFAC032-0B3E-4260-BE9E-07D9BC795C55}" dt="2023-11-26T10:00:53.418" v="251" actId="478"/>
          <ac:cxnSpMkLst>
            <pc:docMk/>
            <pc:sldMk cId="1526442470" sldId="263"/>
            <ac:cxnSpMk id="83" creationId="{14AD8121-B5DB-18A8-2230-2D532222514B}"/>
          </ac:cxnSpMkLst>
        </pc:cxnChg>
        <pc:cxnChg chg="del mod topLvl">
          <ac:chgData name="Leo Hoarty" userId="d2d44a6739d0542d" providerId="LiveId" clId="{CCFAC032-0B3E-4260-BE9E-07D9BC795C55}" dt="2023-11-26T10:00:57.503" v="252" actId="478"/>
          <ac:cxnSpMkLst>
            <pc:docMk/>
            <pc:sldMk cId="1526442470" sldId="263"/>
            <ac:cxnSpMk id="84" creationId="{5FE15602-B796-CDB2-2215-40A555A18BA3}"/>
          </ac:cxnSpMkLst>
        </pc:cxnChg>
        <pc:cxnChg chg="del mod topLvl">
          <ac:chgData name="Leo Hoarty" userId="d2d44a6739d0542d" providerId="LiveId" clId="{CCFAC032-0B3E-4260-BE9E-07D9BC795C55}" dt="2023-11-26T10:00:53.418" v="251" actId="478"/>
          <ac:cxnSpMkLst>
            <pc:docMk/>
            <pc:sldMk cId="1526442470" sldId="263"/>
            <ac:cxnSpMk id="93" creationId="{254FA664-33C6-0C89-8E20-460B3422A923}"/>
          </ac:cxnSpMkLst>
        </pc:cxnChg>
        <pc:cxnChg chg="mod topLvl">
          <ac:chgData name="Leo Hoarty" userId="d2d44a6739d0542d" providerId="LiveId" clId="{CCFAC032-0B3E-4260-BE9E-07D9BC795C55}" dt="2023-11-26T10:03:48.962" v="331" actId="1037"/>
          <ac:cxnSpMkLst>
            <pc:docMk/>
            <pc:sldMk cId="1526442470" sldId="263"/>
            <ac:cxnSpMk id="98" creationId="{59AC9266-04A9-3C18-B955-7C087947645A}"/>
          </ac:cxnSpMkLst>
        </pc:cxnChg>
        <pc:cxnChg chg="mod topLvl">
          <ac:chgData name="Leo Hoarty" userId="d2d44a6739d0542d" providerId="LiveId" clId="{CCFAC032-0B3E-4260-BE9E-07D9BC795C55}" dt="2023-11-26T10:03:48.962" v="331" actId="1037"/>
          <ac:cxnSpMkLst>
            <pc:docMk/>
            <pc:sldMk cId="1526442470" sldId="263"/>
            <ac:cxnSpMk id="100" creationId="{FFF21DEC-397B-B1F1-19AB-C5CA6D92A165}"/>
          </ac:cxnSpMkLst>
        </pc:cxnChg>
        <pc:cxnChg chg="mod topLvl">
          <ac:chgData name="Leo Hoarty" userId="d2d44a6739d0542d" providerId="LiveId" clId="{CCFAC032-0B3E-4260-BE9E-07D9BC795C55}" dt="2023-11-26T10:03:48.962" v="331" actId="1037"/>
          <ac:cxnSpMkLst>
            <pc:docMk/>
            <pc:sldMk cId="1526442470" sldId="263"/>
            <ac:cxnSpMk id="102" creationId="{350D9629-A604-8055-E81D-5C254DB01414}"/>
          </ac:cxnSpMkLst>
        </pc:cxnChg>
        <pc:cxnChg chg="mod topLvl">
          <ac:chgData name="Leo Hoarty" userId="d2d44a6739d0542d" providerId="LiveId" clId="{CCFAC032-0B3E-4260-BE9E-07D9BC795C55}" dt="2023-11-26T10:03:48.962" v="331" actId="1037"/>
          <ac:cxnSpMkLst>
            <pc:docMk/>
            <pc:sldMk cId="1526442470" sldId="263"/>
            <ac:cxnSpMk id="103" creationId="{876C1D4C-946A-1B1E-2E6A-B0582FAB4BE3}"/>
          </ac:cxnSpMkLst>
        </pc:cxnChg>
        <pc:cxnChg chg="mod topLvl">
          <ac:chgData name="Leo Hoarty" userId="d2d44a6739d0542d" providerId="LiveId" clId="{CCFAC032-0B3E-4260-BE9E-07D9BC795C55}" dt="2023-11-26T10:03:48.962" v="331" actId="1037"/>
          <ac:cxnSpMkLst>
            <pc:docMk/>
            <pc:sldMk cId="1526442470" sldId="263"/>
            <ac:cxnSpMk id="105" creationId="{9A666347-BA40-B1D0-FFD8-F7DC1B5EC7C1}"/>
          </ac:cxnSpMkLst>
        </pc:cxnChg>
        <pc:cxnChg chg="mod topLvl">
          <ac:chgData name="Leo Hoarty" userId="d2d44a6739d0542d" providerId="LiveId" clId="{CCFAC032-0B3E-4260-BE9E-07D9BC795C55}" dt="2023-11-26T10:03:48.962" v="331" actId="1037"/>
          <ac:cxnSpMkLst>
            <pc:docMk/>
            <pc:sldMk cId="1526442470" sldId="263"/>
            <ac:cxnSpMk id="107" creationId="{2D8B983E-A459-2819-2073-D5494C2E4314}"/>
          </ac:cxnSpMkLst>
        </pc:cxnChg>
      </pc:sldChg>
      <pc:sldChg chg="addSp delSp modSp add mod">
        <pc:chgData name="Leo Hoarty" userId="d2d44a6739d0542d" providerId="LiveId" clId="{CCFAC032-0B3E-4260-BE9E-07D9BC795C55}" dt="2023-11-26T10:14:14.363" v="395" actId="478"/>
        <pc:sldMkLst>
          <pc:docMk/>
          <pc:sldMk cId="2665143573" sldId="264"/>
        </pc:sldMkLst>
        <pc:spChg chg="del">
          <ac:chgData name="Leo Hoarty" userId="d2d44a6739d0542d" providerId="LiveId" clId="{CCFAC032-0B3E-4260-BE9E-07D9BC795C55}" dt="2023-11-26T09:52:11.211" v="121" actId="478"/>
          <ac:spMkLst>
            <pc:docMk/>
            <pc:sldMk cId="2665143573" sldId="264"/>
            <ac:spMk id="3" creationId="{6E66B6C1-5FDB-E070-741C-34173E4853BA}"/>
          </ac:spMkLst>
        </pc:spChg>
        <pc:spChg chg="mod">
          <ac:chgData name="Leo Hoarty" userId="d2d44a6739d0542d" providerId="LiveId" clId="{CCFAC032-0B3E-4260-BE9E-07D9BC795C55}" dt="2023-11-26T09:51:27.355" v="115" actId="1076"/>
          <ac:spMkLst>
            <pc:docMk/>
            <pc:sldMk cId="2665143573" sldId="264"/>
            <ac:spMk id="4" creationId="{E9597E55-8074-9747-CC20-D3338DE539CE}"/>
          </ac:spMkLst>
        </pc:spChg>
        <pc:spChg chg="del">
          <ac:chgData name="Leo Hoarty" userId="d2d44a6739d0542d" providerId="LiveId" clId="{CCFAC032-0B3E-4260-BE9E-07D9BC795C55}" dt="2023-11-26T09:49:57.300" v="95" actId="478"/>
          <ac:spMkLst>
            <pc:docMk/>
            <pc:sldMk cId="2665143573" sldId="264"/>
            <ac:spMk id="5" creationId="{E80FF061-F54F-B368-0199-9D6EC87F83E7}"/>
          </ac:spMkLst>
        </pc:spChg>
        <pc:spChg chg="mod">
          <ac:chgData name="Leo Hoarty" userId="d2d44a6739d0542d" providerId="LiveId" clId="{CCFAC032-0B3E-4260-BE9E-07D9BC795C55}" dt="2023-11-26T09:53:24.058" v="156" actId="14100"/>
          <ac:spMkLst>
            <pc:docMk/>
            <pc:sldMk cId="2665143573" sldId="264"/>
            <ac:spMk id="6" creationId="{AD56DCCF-35DF-28F8-6A1A-A0F911F66925}"/>
          </ac:spMkLst>
        </pc:spChg>
        <pc:spChg chg="del">
          <ac:chgData name="Leo Hoarty" userId="d2d44a6739d0542d" providerId="LiveId" clId="{CCFAC032-0B3E-4260-BE9E-07D9BC795C55}" dt="2023-11-26T09:51:51.275" v="119" actId="478"/>
          <ac:spMkLst>
            <pc:docMk/>
            <pc:sldMk cId="2665143573" sldId="264"/>
            <ac:spMk id="7" creationId="{AD930ACE-0327-9B8F-8305-0BB075721C98}"/>
          </ac:spMkLst>
        </pc:spChg>
        <pc:spChg chg="del">
          <ac:chgData name="Leo Hoarty" userId="d2d44a6739d0542d" providerId="LiveId" clId="{CCFAC032-0B3E-4260-BE9E-07D9BC795C55}" dt="2023-11-26T09:52:11.211" v="121" actId="478"/>
          <ac:spMkLst>
            <pc:docMk/>
            <pc:sldMk cId="2665143573" sldId="264"/>
            <ac:spMk id="8" creationId="{8AC9530D-9ADB-F827-CA90-F44D36DD2C5F}"/>
          </ac:spMkLst>
        </pc:spChg>
        <pc:spChg chg="del">
          <ac:chgData name="Leo Hoarty" userId="d2d44a6739d0542d" providerId="LiveId" clId="{CCFAC032-0B3E-4260-BE9E-07D9BC795C55}" dt="2023-11-26T09:52:11.211" v="121" actId="478"/>
          <ac:spMkLst>
            <pc:docMk/>
            <pc:sldMk cId="2665143573" sldId="264"/>
            <ac:spMk id="9" creationId="{ED7B5943-C3BC-EEB8-5379-A4B062DB5560}"/>
          </ac:spMkLst>
        </pc:spChg>
        <pc:spChg chg="mod">
          <ac:chgData name="Leo Hoarty" userId="d2d44a6739d0542d" providerId="LiveId" clId="{CCFAC032-0B3E-4260-BE9E-07D9BC795C55}" dt="2023-11-26T09:53:03.495" v="155" actId="1036"/>
          <ac:spMkLst>
            <pc:docMk/>
            <pc:sldMk cId="2665143573" sldId="264"/>
            <ac:spMk id="10" creationId="{FE06C453-6FC4-3F35-B5F9-BBB20B8B11BC}"/>
          </ac:spMkLst>
        </pc:spChg>
        <pc:spChg chg="mod">
          <ac:chgData name="Leo Hoarty" userId="d2d44a6739d0542d" providerId="LiveId" clId="{CCFAC032-0B3E-4260-BE9E-07D9BC795C55}" dt="2023-11-26T09:58:14.743" v="243" actId="20577"/>
          <ac:spMkLst>
            <pc:docMk/>
            <pc:sldMk cId="2665143573" sldId="264"/>
            <ac:spMk id="11" creationId="{C41B245C-60A2-EEF6-2C97-B1E323CA5BB0}"/>
          </ac:spMkLst>
        </pc:spChg>
        <pc:spChg chg="mod">
          <ac:chgData name="Leo Hoarty" userId="d2d44a6739d0542d" providerId="LiveId" clId="{CCFAC032-0B3E-4260-BE9E-07D9BC795C55}" dt="2023-11-26T09:53:45.518" v="187" actId="1036"/>
          <ac:spMkLst>
            <pc:docMk/>
            <pc:sldMk cId="2665143573" sldId="264"/>
            <ac:spMk id="12" creationId="{47ACC62E-1EFA-11BC-22BA-863065941210}"/>
          </ac:spMkLst>
        </pc:spChg>
        <pc:spChg chg="mod">
          <ac:chgData name="Leo Hoarty" userId="d2d44a6739d0542d" providerId="LiveId" clId="{CCFAC032-0B3E-4260-BE9E-07D9BC795C55}" dt="2023-11-26T09:53:45.518" v="187" actId="1036"/>
          <ac:spMkLst>
            <pc:docMk/>
            <pc:sldMk cId="2665143573" sldId="264"/>
            <ac:spMk id="13" creationId="{F03BF0BF-F714-49ED-CD87-15AD9C95AC3F}"/>
          </ac:spMkLst>
        </pc:spChg>
        <pc:spChg chg="mod">
          <ac:chgData name="Leo Hoarty" userId="d2d44a6739d0542d" providerId="LiveId" clId="{CCFAC032-0B3E-4260-BE9E-07D9BC795C55}" dt="2023-11-26T09:53:03.495" v="155" actId="1036"/>
          <ac:spMkLst>
            <pc:docMk/>
            <pc:sldMk cId="2665143573" sldId="264"/>
            <ac:spMk id="14" creationId="{37CC177E-B6F3-9CFB-B878-653EEF839BA4}"/>
          </ac:spMkLst>
        </pc:spChg>
        <pc:spChg chg="del">
          <ac:chgData name="Leo Hoarty" userId="d2d44a6739d0542d" providerId="LiveId" clId="{CCFAC032-0B3E-4260-BE9E-07D9BC795C55}" dt="2023-11-26T09:51:51.275" v="119" actId="478"/>
          <ac:spMkLst>
            <pc:docMk/>
            <pc:sldMk cId="2665143573" sldId="264"/>
            <ac:spMk id="16" creationId="{CA0755EE-0F0F-1C69-99E4-0E8ECD03D4F5}"/>
          </ac:spMkLst>
        </pc:spChg>
        <pc:spChg chg="mod">
          <ac:chgData name="Leo Hoarty" userId="d2d44a6739d0542d" providerId="LiveId" clId="{CCFAC032-0B3E-4260-BE9E-07D9BC795C55}" dt="2023-11-26T09:59:53.520" v="245" actId="20577"/>
          <ac:spMkLst>
            <pc:docMk/>
            <pc:sldMk cId="2665143573" sldId="264"/>
            <ac:spMk id="17" creationId="{1C678427-8545-52A7-E7A7-C088E6217D1F}"/>
          </ac:spMkLst>
        </pc:spChg>
        <pc:spChg chg="mod">
          <ac:chgData name="Leo Hoarty" userId="d2d44a6739d0542d" providerId="LiveId" clId="{CCFAC032-0B3E-4260-BE9E-07D9BC795C55}" dt="2023-11-26T09:53:45.518" v="187" actId="1036"/>
          <ac:spMkLst>
            <pc:docMk/>
            <pc:sldMk cId="2665143573" sldId="264"/>
            <ac:spMk id="19" creationId="{FD4F7430-43B6-2FA2-F946-FFC81C3B2322}"/>
          </ac:spMkLst>
        </pc:spChg>
        <pc:spChg chg="mod">
          <ac:chgData name="Leo Hoarty" userId="d2d44a6739d0542d" providerId="LiveId" clId="{CCFAC032-0B3E-4260-BE9E-07D9BC795C55}" dt="2023-11-26T09:53:03.495" v="155" actId="1036"/>
          <ac:spMkLst>
            <pc:docMk/>
            <pc:sldMk cId="2665143573" sldId="264"/>
            <ac:spMk id="22" creationId="{553C131C-8192-920C-AF7A-61A5B6A9829D}"/>
          </ac:spMkLst>
        </pc:spChg>
        <pc:spChg chg="mod">
          <ac:chgData name="Leo Hoarty" userId="d2d44a6739d0542d" providerId="LiveId" clId="{CCFAC032-0B3E-4260-BE9E-07D9BC795C55}" dt="2023-11-26T09:53:03.495" v="155" actId="1036"/>
          <ac:spMkLst>
            <pc:docMk/>
            <pc:sldMk cId="2665143573" sldId="264"/>
            <ac:spMk id="24" creationId="{0C96B8CB-897F-A871-9149-B573C0570295}"/>
          </ac:spMkLst>
        </pc:spChg>
        <pc:spChg chg="add mod">
          <ac:chgData name="Leo Hoarty" userId="d2d44a6739d0542d" providerId="LiveId" clId="{CCFAC032-0B3E-4260-BE9E-07D9BC795C55}" dt="2023-11-26T09:51:24.213" v="114" actId="14100"/>
          <ac:spMkLst>
            <pc:docMk/>
            <pc:sldMk cId="2665143573" sldId="264"/>
            <ac:spMk id="25" creationId="{CA95137F-2D0F-F7B5-B455-ED4AC6A0C609}"/>
          </ac:spMkLst>
        </pc:spChg>
        <pc:spChg chg="add mod">
          <ac:chgData name="Leo Hoarty" userId="d2d44a6739d0542d" providerId="LiveId" clId="{CCFAC032-0B3E-4260-BE9E-07D9BC795C55}" dt="2023-11-26T09:54:05.422" v="191" actId="1076"/>
          <ac:spMkLst>
            <pc:docMk/>
            <pc:sldMk cId="2665143573" sldId="264"/>
            <ac:spMk id="27" creationId="{6A263332-F35F-8F3D-1FD4-FED6C17AC04E}"/>
          </ac:spMkLst>
        </pc:spChg>
        <pc:spChg chg="add mod">
          <ac:chgData name="Leo Hoarty" userId="d2d44a6739d0542d" providerId="LiveId" clId="{CCFAC032-0B3E-4260-BE9E-07D9BC795C55}" dt="2023-11-26T09:54:01.993" v="190" actId="1076"/>
          <ac:spMkLst>
            <pc:docMk/>
            <pc:sldMk cId="2665143573" sldId="264"/>
            <ac:spMk id="28" creationId="{13264189-8790-DC7B-D266-DB63D15FCA8C}"/>
          </ac:spMkLst>
        </pc:spChg>
        <pc:spChg chg="add mod">
          <ac:chgData name="Leo Hoarty" userId="d2d44a6739d0542d" providerId="LiveId" clId="{CCFAC032-0B3E-4260-BE9E-07D9BC795C55}" dt="2023-11-26T09:58:06.101" v="241" actId="1076"/>
          <ac:spMkLst>
            <pc:docMk/>
            <pc:sldMk cId="2665143573" sldId="264"/>
            <ac:spMk id="29" creationId="{9C601FD0-B682-AB72-69A7-FDBC5E14029A}"/>
          </ac:spMkLst>
        </pc:spChg>
        <pc:spChg chg="add mod">
          <ac:chgData name="Leo Hoarty" userId="d2d44a6739d0542d" providerId="LiveId" clId="{CCFAC032-0B3E-4260-BE9E-07D9BC795C55}" dt="2023-11-26T10:13:59.784" v="393"/>
          <ac:spMkLst>
            <pc:docMk/>
            <pc:sldMk cId="2665143573" sldId="264"/>
            <ac:spMk id="30" creationId="{69BAF2A1-92CB-479A-BBB2-BA2967D739DF}"/>
          </ac:spMkLst>
        </pc:spChg>
        <pc:spChg chg="mod">
          <ac:chgData name="Leo Hoarty" userId="d2d44a6739d0542d" providerId="LiveId" clId="{CCFAC032-0B3E-4260-BE9E-07D9BC795C55}" dt="2023-11-26T09:53:03.495" v="155" actId="1036"/>
          <ac:spMkLst>
            <pc:docMk/>
            <pc:sldMk cId="2665143573" sldId="264"/>
            <ac:spMk id="36" creationId="{1C158A34-8387-6972-E11E-EED3B9E3FB4B}"/>
          </ac:spMkLst>
        </pc:spChg>
        <pc:spChg chg="mod">
          <ac:chgData name="Leo Hoarty" userId="d2d44a6739d0542d" providerId="LiveId" clId="{CCFAC032-0B3E-4260-BE9E-07D9BC795C55}" dt="2023-11-26T09:53:03.495" v="155" actId="1036"/>
          <ac:spMkLst>
            <pc:docMk/>
            <pc:sldMk cId="2665143573" sldId="264"/>
            <ac:spMk id="37" creationId="{BCD75037-2967-026B-90E1-98817D574AA4}"/>
          </ac:spMkLst>
        </pc:spChg>
        <pc:spChg chg="mod">
          <ac:chgData name="Leo Hoarty" userId="d2d44a6739d0542d" providerId="LiveId" clId="{CCFAC032-0B3E-4260-BE9E-07D9BC795C55}" dt="2023-11-26T09:53:03.495" v="155" actId="1036"/>
          <ac:spMkLst>
            <pc:docMk/>
            <pc:sldMk cId="2665143573" sldId="264"/>
            <ac:spMk id="38" creationId="{3840CD29-BB73-E6E9-EA1F-76527BD1B812}"/>
          </ac:spMkLst>
        </pc:spChg>
        <pc:spChg chg="mod">
          <ac:chgData name="Leo Hoarty" userId="d2d44a6739d0542d" providerId="LiveId" clId="{CCFAC032-0B3E-4260-BE9E-07D9BC795C55}" dt="2023-11-26T09:53:03.495" v="155" actId="1036"/>
          <ac:spMkLst>
            <pc:docMk/>
            <pc:sldMk cId="2665143573" sldId="264"/>
            <ac:spMk id="40" creationId="{95216558-AF75-2AE2-E32A-C9AA247F3843}"/>
          </ac:spMkLst>
        </pc:spChg>
        <pc:spChg chg="mod">
          <ac:chgData name="Leo Hoarty" userId="d2d44a6739d0542d" providerId="LiveId" clId="{CCFAC032-0B3E-4260-BE9E-07D9BC795C55}" dt="2023-11-26T09:53:03.495" v="155" actId="1036"/>
          <ac:spMkLst>
            <pc:docMk/>
            <pc:sldMk cId="2665143573" sldId="264"/>
            <ac:spMk id="41" creationId="{895FCE2F-D429-2782-B657-60B44777B526}"/>
          </ac:spMkLst>
        </pc:spChg>
        <pc:spChg chg="mod">
          <ac:chgData name="Leo Hoarty" userId="d2d44a6739d0542d" providerId="LiveId" clId="{CCFAC032-0B3E-4260-BE9E-07D9BC795C55}" dt="2023-11-26T09:53:03.495" v="155" actId="1036"/>
          <ac:spMkLst>
            <pc:docMk/>
            <pc:sldMk cId="2665143573" sldId="264"/>
            <ac:spMk id="42" creationId="{DFB74683-E0DC-F9DF-0AB2-CA99BEC79ECD}"/>
          </ac:spMkLst>
        </pc:spChg>
        <pc:spChg chg="mod">
          <ac:chgData name="Leo Hoarty" userId="d2d44a6739d0542d" providerId="LiveId" clId="{CCFAC032-0B3E-4260-BE9E-07D9BC795C55}" dt="2023-11-26T09:53:03.495" v="155" actId="1036"/>
          <ac:spMkLst>
            <pc:docMk/>
            <pc:sldMk cId="2665143573" sldId="264"/>
            <ac:spMk id="43" creationId="{EF13D1AD-6E02-BDAB-6F64-DF6EAD22495C}"/>
          </ac:spMkLst>
        </pc:spChg>
        <pc:spChg chg="mod">
          <ac:chgData name="Leo Hoarty" userId="d2d44a6739d0542d" providerId="LiveId" clId="{CCFAC032-0B3E-4260-BE9E-07D9BC795C55}" dt="2023-11-26T09:53:03.495" v="155" actId="1036"/>
          <ac:spMkLst>
            <pc:docMk/>
            <pc:sldMk cId="2665143573" sldId="264"/>
            <ac:spMk id="44" creationId="{570A87AC-977C-D17D-3FC1-3A8F60A7B1E2}"/>
          </ac:spMkLst>
        </pc:spChg>
        <pc:spChg chg="mod">
          <ac:chgData name="Leo Hoarty" userId="d2d44a6739d0542d" providerId="LiveId" clId="{CCFAC032-0B3E-4260-BE9E-07D9BC795C55}" dt="2023-11-26T09:53:03.495" v="155" actId="1036"/>
          <ac:spMkLst>
            <pc:docMk/>
            <pc:sldMk cId="2665143573" sldId="264"/>
            <ac:spMk id="45" creationId="{07938BF5-2DC9-62E6-6AE0-F4885CB23AA0}"/>
          </ac:spMkLst>
        </pc:spChg>
        <pc:spChg chg="mod">
          <ac:chgData name="Leo Hoarty" userId="d2d44a6739d0542d" providerId="LiveId" clId="{CCFAC032-0B3E-4260-BE9E-07D9BC795C55}" dt="2023-11-26T09:53:03.495" v="155" actId="1036"/>
          <ac:spMkLst>
            <pc:docMk/>
            <pc:sldMk cId="2665143573" sldId="264"/>
            <ac:spMk id="46" creationId="{3098A7EA-4740-3580-9705-45D2A5E791FD}"/>
          </ac:spMkLst>
        </pc:spChg>
        <pc:spChg chg="mod">
          <ac:chgData name="Leo Hoarty" userId="d2d44a6739d0542d" providerId="LiveId" clId="{CCFAC032-0B3E-4260-BE9E-07D9BC795C55}" dt="2023-11-26T09:53:03.495" v="155" actId="1036"/>
          <ac:spMkLst>
            <pc:docMk/>
            <pc:sldMk cId="2665143573" sldId="264"/>
            <ac:spMk id="47" creationId="{1C4EAE08-A3F1-DE80-9F2C-9ABDB461165E}"/>
          </ac:spMkLst>
        </pc:spChg>
        <pc:spChg chg="mod">
          <ac:chgData name="Leo Hoarty" userId="d2d44a6739d0542d" providerId="LiveId" clId="{CCFAC032-0B3E-4260-BE9E-07D9BC795C55}" dt="2023-11-26T09:53:03.495" v="155" actId="1036"/>
          <ac:spMkLst>
            <pc:docMk/>
            <pc:sldMk cId="2665143573" sldId="264"/>
            <ac:spMk id="48" creationId="{B9B2E3B1-5AB9-8195-19F2-F0E088B58306}"/>
          </ac:spMkLst>
        </pc:spChg>
        <pc:spChg chg="mod">
          <ac:chgData name="Leo Hoarty" userId="d2d44a6739d0542d" providerId="LiveId" clId="{CCFAC032-0B3E-4260-BE9E-07D9BC795C55}" dt="2023-11-26T09:53:03.495" v="155" actId="1036"/>
          <ac:spMkLst>
            <pc:docMk/>
            <pc:sldMk cId="2665143573" sldId="264"/>
            <ac:spMk id="49" creationId="{C8B51901-A189-F853-E464-AC9E8426F627}"/>
          </ac:spMkLst>
        </pc:spChg>
        <pc:spChg chg="mod">
          <ac:chgData name="Leo Hoarty" userId="d2d44a6739d0542d" providerId="LiveId" clId="{CCFAC032-0B3E-4260-BE9E-07D9BC795C55}" dt="2023-11-26T09:53:03.495" v="155" actId="1036"/>
          <ac:spMkLst>
            <pc:docMk/>
            <pc:sldMk cId="2665143573" sldId="264"/>
            <ac:spMk id="50" creationId="{BF9BC41A-CDC9-9662-07FC-075E52B1F62D}"/>
          </ac:spMkLst>
        </pc:spChg>
        <pc:spChg chg="del">
          <ac:chgData name="Leo Hoarty" userId="d2d44a6739d0542d" providerId="LiveId" clId="{CCFAC032-0B3E-4260-BE9E-07D9BC795C55}" dt="2023-11-26T09:49:59.859" v="97" actId="478"/>
          <ac:spMkLst>
            <pc:docMk/>
            <pc:sldMk cId="2665143573" sldId="264"/>
            <ac:spMk id="51" creationId="{C71A7C31-B84D-BEBF-98C4-B1B83710F9CC}"/>
          </ac:spMkLst>
        </pc:spChg>
        <pc:spChg chg="mod">
          <ac:chgData name="Leo Hoarty" userId="d2d44a6739d0542d" providerId="LiveId" clId="{CCFAC032-0B3E-4260-BE9E-07D9BC795C55}" dt="2023-11-26T09:53:03.495" v="155" actId="1036"/>
          <ac:spMkLst>
            <pc:docMk/>
            <pc:sldMk cId="2665143573" sldId="264"/>
            <ac:spMk id="52" creationId="{5837E66D-3F84-DC9A-0728-EC0DABA16742}"/>
          </ac:spMkLst>
        </pc:spChg>
        <pc:spChg chg="mod">
          <ac:chgData name="Leo Hoarty" userId="d2d44a6739d0542d" providerId="LiveId" clId="{CCFAC032-0B3E-4260-BE9E-07D9BC795C55}" dt="2023-11-26T09:59:58.903" v="248" actId="20577"/>
          <ac:spMkLst>
            <pc:docMk/>
            <pc:sldMk cId="2665143573" sldId="264"/>
            <ac:spMk id="55" creationId="{80BA1BC7-7FDD-56CD-780E-48A0C7E0BC93}"/>
          </ac:spMkLst>
        </pc:spChg>
        <pc:spChg chg="del">
          <ac:chgData name="Leo Hoarty" userId="d2d44a6739d0542d" providerId="LiveId" clId="{CCFAC032-0B3E-4260-BE9E-07D9BC795C55}" dt="2023-11-26T09:49:58.635" v="96" actId="478"/>
          <ac:spMkLst>
            <pc:docMk/>
            <pc:sldMk cId="2665143573" sldId="264"/>
            <ac:spMk id="57" creationId="{853F56A9-EFD6-EE6E-83B0-699E1AE67978}"/>
          </ac:spMkLst>
        </pc:spChg>
        <pc:spChg chg="del mod">
          <ac:chgData name="Leo Hoarty" userId="d2d44a6739d0542d" providerId="LiveId" clId="{CCFAC032-0B3E-4260-BE9E-07D9BC795C55}" dt="2023-11-26T10:13:59.140" v="392" actId="478"/>
          <ac:spMkLst>
            <pc:docMk/>
            <pc:sldMk cId="2665143573" sldId="264"/>
            <ac:spMk id="58" creationId="{30979381-52F2-DA57-59FB-7467854F09F8}"/>
          </ac:spMkLst>
        </pc:spChg>
        <pc:spChg chg="del mod">
          <ac:chgData name="Leo Hoarty" userId="d2d44a6739d0542d" providerId="LiveId" clId="{CCFAC032-0B3E-4260-BE9E-07D9BC795C55}" dt="2023-11-26T10:14:06.612" v="394" actId="478"/>
          <ac:spMkLst>
            <pc:docMk/>
            <pc:sldMk cId="2665143573" sldId="264"/>
            <ac:spMk id="59" creationId="{07C00E1A-43F4-EFD8-FE89-6C19E3412902}"/>
          </ac:spMkLst>
        </pc:spChg>
        <pc:spChg chg="del mod">
          <ac:chgData name="Leo Hoarty" userId="d2d44a6739d0542d" providerId="LiveId" clId="{CCFAC032-0B3E-4260-BE9E-07D9BC795C55}" dt="2023-11-26T10:14:14.363" v="395" actId="478"/>
          <ac:spMkLst>
            <pc:docMk/>
            <pc:sldMk cId="2665143573" sldId="264"/>
            <ac:spMk id="60" creationId="{20B76825-4451-C30D-4780-09879A925616}"/>
          </ac:spMkLst>
        </pc:spChg>
        <pc:spChg chg="del mod">
          <ac:chgData name="Leo Hoarty" userId="d2d44a6739d0542d" providerId="LiveId" clId="{CCFAC032-0B3E-4260-BE9E-07D9BC795C55}" dt="2023-11-26T10:14:14.363" v="395" actId="478"/>
          <ac:spMkLst>
            <pc:docMk/>
            <pc:sldMk cId="2665143573" sldId="264"/>
            <ac:spMk id="61" creationId="{368DF7A3-1632-7B01-DE55-E9D7C7FE1B34}"/>
          </ac:spMkLst>
        </pc:spChg>
        <pc:spChg chg="mod">
          <ac:chgData name="Leo Hoarty" userId="d2d44a6739d0542d" providerId="LiveId" clId="{CCFAC032-0B3E-4260-BE9E-07D9BC795C55}" dt="2023-11-26T09:53:45.518" v="187" actId="1036"/>
          <ac:spMkLst>
            <pc:docMk/>
            <pc:sldMk cId="2665143573" sldId="264"/>
            <ac:spMk id="66" creationId="{AE65F2FE-14D6-EC7C-A4D2-7274877EB8C5}"/>
          </ac:spMkLst>
        </pc:spChg>
        <pc:spChg chg="mod">
          <ac:chgData name="Leo Hoarty" userId="d2d44a6739d0542d" providerId="LiveId" clId="{CCFAC032-0B3E-4260-BE9E-07D9BC795C55}" dt="2023-11-26T09:53:45.518" v="187" actId="1036"/>
          <ac:spMkLst>
            <pc:docMk/>
            <pc:sldMk cId="2665143573" sldId="264"/>
            <ac:spMk id="67" creationId="{D224E861-3158-B0CC-7789-4722C650D927}"/>
          </ac:spMkLst>
        </pc:spChg>
        <pc:spChg chg="mod">
          <ac:chgData name="Leo Hoarty" userId="d2d44a6739d0542d" providerId="LiveId" clId="{CCFAC032-0B3E-4260-BE9E-07D9BC795C55}" dt="2023-11-26T09:53:45.518" v="187" actId="1036"/>
          <ac:spMkLst>
            <pc:docMk/>
            <pc:sldMk cId="2665143573" sldId="264"/>
            <ac:spMk id="69" creationId="{C1CE8BE1-3449-6A6A-766A-FC05894CAD70}"/>
          </ac:spMkLst>
        </pc:spChg>
        <pc:spChg chg="mod">
          <ac:chgData name="Leo Hoarty" userId="d2d44a6739d0542d" providerId="LiveId" clId="{CCFAC032-0B3E-4260-BE9E-07D9BC795C55}" dt="2023-11-26T09:53:03.495" v="155" actId="1036"/>
          <ac:spMkLst>
            <pc:docMk/>
            <pc:sldMk cId="2665143573" sldId="264"/>
            <ac:spMk id="71" creationId="{067328BF-CB9A-72F7-349E-047883185D5E}"/>
          </ac:spMkLst>
        </pc:spChg>
        <pc:spChg chg="mod">
          <ac:chgData name="Leo Hoarty" userId="d2d44a6739d0542d" providerId="LiveId" clId="{CCFAC032-0B3E-4260-BE9E-07D9BC795C55}" dt="2023-11-26T09:53:03.495" v="155" actId="1036"/>
          <ac:spMkLst>
            <pc:docMk/>
            <pc:sldMk cId="2665143573" sldId="264"/>
            <ac:spMk id="74" creationId="{9280A0B2-8AD5-E1BD-DDB0-640A7FB64D27}"/>
          </ac:spMkLst>
        </pc:spChg>
        <pc:spChg chg="mod">
          <ac:chgData name="Leo Hoarty" userId="d2d44a6739d0542d" providerId="LiveId" clId="{CCFAC032-0B3E-4260-BE9E-07D9BC795C55}" dt="2023-11-26T09:50:26.574" v="105" actId="1076"/>
          <ac:spMkLst>
            <pc:docMk/>
            <pc:sldMk cId="2665143573" sldId="264"/>
            <ac:spMk id="80" creationId="{3AEDFEF9-4145-36B6-5BD4-13610E245369}"/>
          </ac:spMkLst>
        </pc:spChg>
        <pc:spChg chg="mod">
          <ac:chgData name="Leo Hoarty" userId="d2d44a6739d0542d" providerId="LiveId" clId="{CCFAC032-0B3E-4260-BE9E-07D9BC795C55}" dt="2023-11-26T09:53:03.495" v="155" actId="1036"/>
          <ac:spMkLst>
            <pc:docMk/>
            <pc:sldMk cId="2665143573" sldId="264"/>
            <ac:spMk id="124" creationId="{9C309E07-BD5D-40F5-2522-9E8ACDA182CE}"/>
          </ac:spMkLst>
        </pc:spChg>
        <pc:spChg chg="mod">
          <ac:chgData name="Leo Hoarty" userId="d2d44a6739d0542d" providerId="LiveId" clId="{CCFAC032-0B3E-4260-BE9E-07D9BC795C55}" dt="2023-11-26T09:53:03.495" v="155" actId="1036"/>
          <ac:spMkLst>
            <pc:docMk/>
            <pc:sldMk cId="2665143573" sldId="264"/>
            <ac:spMk id="125" creationId="{4F57908C-7BB2-8F14-BFE1-E75059074535}"/>
          </ac:spMkLst>
        </pc:spChg>
        <pc:spChg chg="mod">
          <ac:chgData name="Leo Hoarty" userId="d2d44a6739d0542d" providerId="LiveId" clId="{CCFAC032-0B3E-4260-BE9E-07D9BC795C55}" dt="2023-11-26T09:53:03.495" v="155" actId="1036"/>
          <ac:spMkLst>
            <pc:docMk/>
            <pc:sldMk cId="2665143573" sldId="264"/>
            <ac:spMk id="126" creationId="{B5E8230D-7B5A-4C43-644F-C564588F816C}"/>
          </ac:spMkLst>
        </pc:spChg>
        <pc:spChg chg="del">
          <ac:chgData name="Leo Hoarty" userId="d2d44a6739d0542d" providerId="LiveId" clId="{CCFAC032-0B3E-4260-BE9E-07D9BC795C55}" dt="2023-11-26T09:52:11.211" v="121" actId="478"/>
          <ac:spMkLst>
            <pc:docMk/>
            <pc:sldMk cId="2665143573" sldId="264"/>
            <ac:spMk id="137" creationId="{87F18A06-DFC6-EC4D-7545-25F76988504E}"/>
          </ac:spMkLst>
        </pc:spChg>
        <pc:spChg chg="mod">
          <ac:chgData name="Leo Hoarty" userId="d2d44a6739d0542d" providerId="LiveId" clId="{CCFAC032-0B3E-4260-BE9E-07D9BC795C55}" dt="2023-11-26T09:53:03.495" v="155" actId="1036"/>
          <ac:spMkLst>
            <pc:docMk/>
            <pc:sldMk cId="2665143573" sldId="264"/>
            <ac:spMk id="138" creationId="{B350C786-2AD2-9610-CB2E-A7DE8298A770}"/>
          </ac:spMkLst>
        </pc:spChg>
        <pc:spChg chg="mod">
          <ac:chgData name="Leo Hoarty" userId="d2d44a6739d0542d" providerId="LiveId" clId="{CCFAC032-0B3E-4260-BE9E-07D9BC795C55}" dt="2023-11-26T09:53:03.495" v="155" actId="1036"/>
          <ac:spMkLst>
            <pc:docMk/>
            <pc:sldMk cId="2665143573" sldId="264"/>
            <ac:spMk id="139" creationId="{0506F576-3B56-C43E-873E-B6EF62B822F8}"/>
          </ac:spMkLst>
        </pc:spChg>
        <pc:spChg chg="mod">
          <ac:chgData name="Leo Hoarty" userId="d2d44a6739d0542d" providerId="LiveId" clId="{CCFAC032-0B3E-4260-BE9E-07D9BC795C55}" dt="2023-11-26T09:53:03.495" v="155" actId="1036"/>
          <ac:spMkLst>
            <pc:docMk/>
            <pc:sldMk cId="2665143573" sldId="264"/>
            <ac:spMk id="140" creationId="{ACE626B3-DA36-3FA4-E9E7-F5B82E4D0694}"/>
          </ac:spMkLst>
        </pc:spChg>
        <pc:spChg chg="mod">
          <ac:chgData name="Leo Hoarty" userId="d2d44a6739d0542d" providerId="LiveId" clId="{CCFAC032-0B3E-4260-BE9E-07D9BC795C55}" dt="2023-11-26T09:53:03.495" v="155" actId="1036"/>
          <ac:spMkLst>
            <pc:docMk/>
            <pc:sldMk cId="2665143573" sldId="264"/>
            <ac:spMk id="141" creationId="{FCA4B8F4-E2BD-AEC8-0AB8-9CB6875FB3C4}"/>
          </ac:spMkLst>
        </pc:spChg>
        <pc:spChg chg="mod">
          <ac:chgData name="Leo Hoarty" userId="d2d44a6739d0542d" providerId="LiveId" clId="{CCFAC032-0B3E-4260-BE9E-07D9BC795C55}" dt="2023-11-26T09:53:03.495" v="155" actId="1036"/>
          <ac:spMkLst>
            <pc:docMk/>
            <pc:sldMk cId="2665143573" sldId="264"/>
            <ac:spMk id="143" creationId="{431B9FBD-DBC8-7827-EAEA-6A305F28E993}"/>
          </ac:spMkLst>
        </pc:spChg>
        <pc:spChg chg="del mod">
          <ac:chgData name="Leo Hoarty" userId="d2d44a6739d0542d" providerId="LiveId" clId="{CCFAC032-0B3E-4260-BE9E-07D9BC795C55}" dt="2023-11-26T09:50:00.435" v="99" actId="478"/>
          <ac:spMkLst>
            <pc:docMk/>
            <pc:sldMk cId="2665143573" sldId="264"/>
            <ac:spMk id="146" creationId="{2FD5BF67-63DE-FD85-B595-F9F459C3B0FC}"/>
          </ac:spMkLst>
        </pc:spChg>
        <pc:picChg chg="add mod">
          <ac:chgData name="Leo Hoarty" userId="d2d44a6739d0542d" providerId="LiveId" clId="{CCFAC032-0B3E-4260-BE9E-07D9BC795C55}" dt="2023-11-26T10:00:35.062" v="250" actId="1076"/>
          <ac:picMkLst>
            <pc:docMk/>
            <pc:sldMk cId="2665143573" sldId="264"/>
            <ac:picMk id="21" creationId="{0B70FC49-D95F-F48D-85D4-BED46B6F8D6C}"/>
          </ac:picMkLst>
        </pc:picChg>
        <pc:picChg chg="mod">
          <ac:chgData name="Leo Hoarty" userId="d2d44a6739d0542d" providerId="LiveId" clId="{CCFAC032-0B3E-4260-BE9E-07D9BC795C55}" dt="2023-11-26T09:53:03.495" v="155" actId="1036"/>
          <ac:picMkLst>
            <pc:docMk/>
            <pc:sldMk cId="2665143573" sldId="264"/>
            <ac:picMk id="65" creationId="{D3F83541-A4EC-E85B-9B12-639FB8C1F6F5}"/>
          </ac:picMkLst>
        </pc:picChg>
        <pc:picChg chg="del mod">
          <ac:chgData name="Leo Hoarty" userId="d2d44a6739d0542d" providerId="LiveId" clId="{CCFAC032-0B3E-4260-BE9E-07D9BC795C55}" dt="2023-11-26T09:49:38.803" v="89" actId="478"/>
          <ac:picMkLst>
            <pc:docMk/>
            <pc:sldMk cId="2665143573" sldId="264"/>
            <ac:picMk id="70" creationId="{B042AF44-DC18-83FB-127C-7384B7E83A25}"/>
          </ac:picMkLst>
        </pc:picChg>
        <pc:cxnChg chg="mod">
          <ac:chgData name="Leo Hoarty" userId="d2d44a6739d0542d" providerId="LiveId" clId="{CCFAC032-0B3E-4260-BE9E-07D9BC795C55}" dt="2023-11-26T09:53:03.495" v="155" actId="1036"/>
          <ac:cxnSpMkLst>
            <pc:docMk/>
            <pc:sldMk cId="2665143573" sldId="264"/>
            <ac:cxnSpMk id="76" creationId="{F62661E7-B0DC-1F7E-71D3-AFEB3C7EB2F7}"/>
          </ac:cxnSpMkLst>
        </pc:cxnChg>
        <pc:cxnChg chg="mod">
          <ac:chgData name="Leo Hoarty" userId="d2d44a6739d0542d" providerId="LiveId" clId="{CCFAC032-0B3E-4260-BE9E-07D9BC795C55}" dt="2023-11-26T09:53:03.495" v="155" actId="1036"/>
          <ac:cxnSpMkLst>
            <pc:docMk/>
            <pc:sldMk cId="2665143573" sldId="264"/>
            <ac:cxnSpMk id="78" creationId="{FEF6B718-C931-6A5A-9C42-72600059DA46}"/>
          </ac:cxnSpMkLst>
        </pc:cxnChg>
        <pc:cxnChg chg="mod">
          <ac:chgData name="Leo Hoarty" userId="d2d44a6739d0542d" providerId="LiveId" clId="{CCFAC032-0B3E-4260-BE9E-07D9BC795C55}" dt="2023-11-26T09:50:51.341" v="107" actId="14100"/>
          <ac:cxnSpMkLst>
            <pc:docMk/>
            <pc:sldMk cId="2665143573" sldId="264"/>
            <ac:cxnSpMk id="83" creationId="{14AD8121-B5DB-18A8-2230-2D532222514B}"/>
          </ac:cxnSpMkLst>
        </pc:cxnChg>
        <pc:cxnChg chg="mod">
          <ac:chgData name="Leo Hoarty" userId="d2d44a6739d0542d" providerId="LiveId" clId="{CCFAC032-0B3E-4260-BE9E-07D9BC795C55}" dt="2023-11-26T09:51:40.300" v="116" actId="14100"/>
          <ac:cxnSpMkLst>
            <pc:docMk/>
            <pc:sldMk cId="2665143573" sldId="264"/>
            <ac:cxnSpMk id="93" creationId="{254FA664-33C6-0C89-8E20-460B3422A923}"/>
          </ac:cxnSpMkLst>
        </pc:cxnChg>
        <pc:cxnChg chg="mod">
          <ac:chgData name="Leo Hoarty" userId="d2d44a6739d0542d" providerId="LiveId" clId="{CCFAC032-0B3E-4260-BE9E-07D9BC795C55}" dt="2023-11-26T09:53:03.495" v="155" actId="1036"/>
          <ac:cxnSpMkLst>
            <pc:docMk/>
            <pc:sldMk cId="2665143573" sldId="264"/>
            <ac:cxnSpMk id="98" creationId="{59AC9266-04A9-3C18-B955-7C087947645A}"/>
          </ac:cxnSpMkLst>
        </pc:cxnChg>
        <pc:cxnChg chg="del mod">
          <ac:chgData name="Leo Hoarty" userId="d2d44a6739d0542d" providerId="LiveId" clId="{CCFAC032-0B3E-4260-BE9E-07D9BC795C55}" dt="2023-11-26T09:51:49.915" v="118" actId="478"/>
          <ac:cxnSpMkLst>
            <pc:docMk/>
            <pc:sldMk cId="2665143573" sldId="264"/>
            <ac:cxnSpMk id="102" creationId="{350D9629-A604-8055-E81D-5C254DB01414}"/>
          </ac:cxnSpMkLst>
        </pc:cxnChg>
        <pc:cxnChg chg="del mod">
          <ac:chgData name="Leo Hoarty" userId="d2d44a6739d0542d" providerId="LiveId" clId="{CCFAC032-0B3E-4260-BE9E-07D9BC795C55}" dt="2023-11-26T09:51:48.923" v="117" actId="478"/>
          <ac:cxnSpMkLst>
            <pc:docMk/>
            <pc:sldMk cId="2665143573" sldId="264"/>
            <ac:cxnSpMk id="103" creationId="{876C1D4C-946A-1B1E-2E6A-B0582FAB4BE3}"/>
          </ac:cxnSpMkLst>
        </pc:cxnChg>
        <pc:cxnChg chg="mod">
          <ac:chgData name="Leo Hoarty" userId="d2d44a6739d0542d" providerId="LiveId" clId="{CCFAC032-0B3E-4260-BE9E-07D9BC795C55}" dt="2023-11-26T09:53:03.495" v="155" actId="1036"/>
          <ac:cxnSpMkLst>
            <pc:docMk/>
            <pc:sldMk cId="2665143573" sldId="264"/>
            <ac:cxnSpMk id="107" creationId="{2D8B983E-A459-2819-2073-D5494C2E4314}"/>
          </ac:cxnSpMkLst>
        </pc:cxnChg>
      </pc:sldChg>
      <pc:sldChg chg="add">
        <pc:chgData name="Leo Hoarty" userId="d2d44a6739d0542d" providerId="LiveId" clId="{CCFAC032-0B3E-4260-BE9E-07D9BC795C55}" dt="2023-11-26T09:54:58.540" v="192" actId="2890"/>
        <pc:sldMkLst>
          <pc:docMk/>
          <pc:sldMk cId="46865183" sldId="265"/>
        </pc:sldMkLst>
      </pc:sldChg>
      <pc:sldChg chg="add">
        <pc:chgData name="Leo Hoarty" userId="d2d44a6739d0542d" providerId="LiveId" clId="{CCFAC032-0B3E-4260-BE9E-07D9BC795C55}" dt="2023-11-26T09:55:59.347" v="205" actId="2890"/>
        <pc:sldMkLst>
          <pc:docMk/>
          <pc:sldMk cId="704318017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A7F2-85ED-4E4B-9F6B-CC968AA09D9A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8C4AB-C5F0-4ACF-A12B-DDB84E2F7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450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A7F2-85ED-4E4B-9F6B-CC968AA09D9A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8C4AB-C5F0-4ACF-A12B-DDB84E2F7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476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A7F2-85ED-4E4B-9F6B-CC968AA09D9A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8C4AB-C5F0-4ACF-A12B-DDB84E2F7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51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A7F2-85ED-4E4B-9F6B-CC968AA09D9A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8C4AB-C5F0-4ACF-A12B-DDB84E2F7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415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A7F2-85ED-4E4B-9F6B-CC968AA09D9A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8C4AB-C5F0-4ACF-A12B-DDB84E2F7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178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A7F2-85ED-4E4B-9F6B-CC968AA09D9A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8C4AB-C5F0-4ACF-A12B-DDB84E2F7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163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A7F2-85ED-4E4B-9F6B-CC968AA09D9A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8C4AB-C5F0-4ACF-A12B-DDB84E2F7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319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A7F2-85ED-4E4B-9F6B-CC968AA09D9A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8C4AB-C5F0-4ACF-A12B-DDB84E2F7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816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A7F2-85ED-4E4B-9F6B-CC968AA09D9A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8C4AB-C5F0-4ACF-A12B-DDB84E2F7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293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A7F2-85ED-4E4B-9F6B-CC968AA09D9A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8C4AB-C5F0-4ACF-A12B-DDB84E2F7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231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A7F2-85ED-4E4B-9F6B-CC968AA09D9A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8C4AB-C5F0-4ACF-A12B-DDB84E2F7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155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21A7F2-85ED-4E4B-9F6B-CC968AA09D9A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88C4AB-C5F0-4ACF-A12B-DDB84E2F7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588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6081E-EF8F-094A-5F8A-1E53335BEA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/>
              <a:t>I/O and </a:t>
            </a:r>
            <a:r>
              <a:rPr lang="en-US" sz="3200" err="1"/>
              <a:t>Vreg</a:t>
            </a:r>
            <a:r>
              <a:rPr lang="en-US" sz="3200"/>
              <a:t> Board for EN Mic/Sensor Probe</a:t>
            </a:r>
            <a:endParaRPr lang="en-US" sz="54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446ED3-9146-01B4-80C8-5936A7FF16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539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7C450-FC61-70A1-1740-1891FC4D1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0906" y="108614"/>
            <a:ext cx="5225024" cy="476122"/>
          </a:xfrm>
        </p:spPr>
        <p:txBody>
          <a:bodyPr>
            <a:normAutofit/>
          </a:bodyPr>
          <a:lstStyle/>
          <a:p>
            <a:pPr algn="ctr"/>
            <a:r>
              <a:rPr lang="en-US" sz="2400"/>
              <a:t>Probe I/O &amp; </a:t>
            </a:r>
            <a:r>
              <a:rPr lang="en-US" sz="2400" err="1"/>
              <a:t>vreg</a:t>
            </a:r>
            <a:r>
              <a:rPr lang="en-US" sz="2400"/>
              <a:t> layout – dual four-wire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8F2AB9E-60DB-68AC-8758-DEA28F336F9C}"/>
              </a:ext>
            </a:extLst>
          </p:cNvPr>
          <p:cNvSpPr txBox="1"/>
          <p:nvPr/>
        </p:nvSpPr>
        <p:spPr>
          <a:xfrm>
            <a:off x="2491761" y="6584649"/>
            <a:ext cx="44842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Earth Biometrics LLC – Copyright 2023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CED6CDF-2FC7-A490-31CF-71E1D42DC2DC}"/>
              </a:ext>
            </a:extLst>
          </p:cNvPr>
          <p:cNvSpPr txBox="1"/>
          <p:nvPr/>
        </p:nvSpPr>
        <p:spPr>
          <a:xfrm>
            <a:off x="4072370" y="544723"/>
            <a:ext cx="943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err="1"/>
              <a:t>ver</a:t>
            </a:r>
            <a:r>
              <a:rPr lang="en-US" sz="1800"/>
              <a:t> 1.03</a:t>
            </a:r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543D0B8-E8FF-51C2-EB77-760D99D55691}"/>
              </a:ext>
            </a:extLst>
          </p:cNvPr>
          <p:cNvGrpSpPr/>
          <p:nvPr/>
        </p:nvGrpSpPr>
        <p:grpSpPr>
          <a:xfrm>
            <a:off x="1642210" y="1185762"/>
            <a:ext cx="5721841" cy="4849934"/>
            <a:chOff x="1642210" y="1185762"/>
            <a:chExt cx="5721841" cy="4849934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96C8AB0A-92C4-7482-026C-DBA27BCB8DCF}"/>
                </a:ext>
              </a:extLst>
            </p:cNvPr>
            <p:cNvSpPr/>
            <p:nvPr/>
          </p:nvSpPr>
          <p:spPr>
            <a:xfrm>
              <a:off x="3883299" y="1640021"/>
              <a:ext cx="1358992" cy="1883664"/>
            </a:xfrm>
            <a:prstGeom prst="rect">
              <a:avLst/>
            </a:prstGeom>
            <a:solidFill>
              <a:srgbClr val="F8785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Trapezoid 145">
              <a:extLst>
                <a:ext uri="{FF2B5EF4-FFF2-40B4-BE49-F238E27FC236}">
                  <a16:creationId xmlns:a16="http://schemas.microsoft.com/office/drawing/2014/main" id="{2FD5BF67-63DE-FD85-B595-F9F459C3B0FC}"/>
                </a:ext>
              </a:extLst>
            </p:cNvPr>
            <p:cNvSpPr/>
            <p:nvPr/>
          </p:nvSpPr>
          <p:spPr>
            <a:xfrm>
              <a:off x="4218447" y="1553630"/>
              <a:ext cx="726566" cy="283689"/>
            </a:xfrm>
            <a:prstGeom prst="trapezoid">
              <a:avLst/>
            </a:prstGeom>
            <a:solidFill>
              <a:srgbClr val="FFE5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80FF061-F54F-B368-0199-9D6EC87F83E7}"/>
                </a:ext>
              </a:extLst>
            </p:cNvPr>
            <p:cNvSpPr/>
            <p:nvPr/>
          </p:nvSpPr>
          <p:spPr>
            <a:xfrm>
              <a:off x="4153266" y="1645244"/>
              <a:ext cx="842277" cy="340990"/>
            </a:xfrm>
            <a:prstGeom prst="rect">
              <a:avLst/>
            </a:prstGeom>
            <a:solidFill>
              <a:srgbClr val="FFE5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42A8A04-8F21-36D1-F094-3DEE244F7235}"/>
                </a:ext>
              </a:extLst>
            </p:cNvPr>
            <p:cNvSpPr/>
            <p:nvPr/>
          </p:nvSpPr>
          <p:spPr>
            <a:xfrm rot="10800000">
              <a:off x="4120269" y="4589732"/>
              <a:ext cx="914400" cy="55072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 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1385D5F-7E55-5B0A-296D-DEBE836D3EF1}"/>
                </a:ext>
              </a:extLst>
            </p:cNvPr>
            <p:cNvSpPr/>
            <p:nvPr/>
          </p:nvSpPr>
          <p:spPr>
            <a:xfrm rot="10800000">
              <a:off x="4838290" y="4636302"/>
              <a:ext cx="84137" cy="8413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1928045-C316-E607-3CB4-54A72CAAA7E4}"/>
                </a:ext>
              </a:extLst>
            </p:cNvPr>
            <p:cNvSpPr/>
            <p:nvPr/>
          </p:nvSpPr>
          <p:spPr>
            <a:xfrm rot="10800000">
              <a:off x="4635618" y="4636302"/>
              <a:ext cx="84137" cy="8413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D565C98-03ED-16AD-EEA0-136891C0EF33}"/>
                </a:ext>
              </a:extLst>
            </p:cNvPr>
            <p:cNvSpPr/>
            <p:nvPr/>
          </p:nvSpPr>
          <p:spPr>
            <a:xfrm rot="10800000">
              <a:off x="4432946" y="4636302"/>
              <a:ext cx="84137" cy="8413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A5015D42-9980-8C0E-DAED-DC4177AFFA75}"/>
                </a:ext>
              </a:extLst>
            </p:cNvPr>
            <p:cNvSpPr/>
            <p:nvPr/>
          </p:nvSpPr>
          <p:spPr>
            <a:xfrm rot="10800000">
              <a:off x="4230273" y="4636302"/>
              <a:ext cx="84137" cy="8413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F2DB01E2-02B4-B34E-7665-67B6FEE87073}"/>
                </a:ext>
              </a:extLst>
            </p:cNvPr>
            <p:cNvSpPr/>
            <p:nvPr/>
          </p:nvSpPr>
          <p:spPr>
            <a:xfrm>
              <a:off x="3945829" y="3171804"/>
              <a:ext cx="79249" cy="32232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4B7FF276-251A-26E5-FC1B-CEAEFD3E447B}"/>
                </a:ext>
              </a:extLst>
            </p:cNvPr>
            <p:cNvSpPr/>
            <p:nvPr/>
          </p:nvSpPr>
          <p:spPr>
            <a:xfrm>
              <a:off x="4175020" y="3171804"/>
              <a:ext cx="79249" cy="32232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38DF48EA-3AA3-A10F-0E75-5BAD31B00C21}"/>
                </a:ext>
              </a:extLst>
            </p:cNvPr>
            <p:cNvSpPr/>
            <p:nvPr/>
          </p:nvSpPr>
          <p:spPr>
            <a:xfrm>
              <a:off x="4404211" y="3171804"/>
              <a:ext cx="79249" cy="32232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B007C4BF-13B2-C380-7913-F0D143443B4F}"/>
                </a:ext>
              </a:extLst>
            </p:cNvPr>
            <p:cNvSpPr/>
            <p:nvPr/>
          </p:nvSpPr>
          <p:spPr>
            <a:xfrm>
              <a:off x="4633402" y="3171804"/>
              <a:ext cx="79249" cy="32232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B3DA40FF-C5FF-9232-3BE1-4F9343FE7A65}"/>
                </a:ext>
              </a:extLst>
            </p:cNvPr>
            <p:cNvSpPr/>
            <p:nvPr/>
          </p:nvSpPr>
          <p:spPr>
            <a:xfrm>
              <a:off x="4862593" y="3176037"/>
              <a:ext cx="79249" cy="32232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35E8921F-D80B-00D7-D8DD-6A8105B6AAAD}"/>
                </a:ext>
              </a:extLst>
            </p:cNvPr>
            <p:cNvSpPr/>
            <p:nvPr/>
          </p:nvSpPr>
          <p:spPr>
            <a:xfrm>
              <a:off x="5091784" y="3171804"/>
              <a:ext cx="79249" cy="32232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E0F35FD6-AD9F-EC8E-0671-1F3695F2D363}"/>
                </a:ext>
              </a:extLst>
            </p:cNvPr>
            <p:cNvSpPr/>
            <p:nvPr/>
          </p:nvSpPr>
          <p:spPr>
            <a:xfrm>
              <a:off x="4172480" y="3852638"/>
              <a:ext cx="84137" cy="8413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7EC6FBCC-9FD0-253D-C4CE-4ADB2BA94888}"/>
                </a:ext>
              </a:extLst>
            </p:cNvPr>
            <p:cNvSpPr/>
            <p:nvPr/>
          </p:nvSpPr>
          <p:spPr>
            <a:xfrm>
              <a:off x="4403276" y="3852638"/>
              <a:ext cx="84137" cy="8413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096B9B02-1988-1E02-76B8-C0C422ACD451}"/>
                </a:ext>
              </a:extLst>
            </p:cNvPr>
            <p:cNvSpPr/>
            <p:nvPr/>
          </p:nvSpPr>
          <p:spPr>
            <a:xfrm>
              <a:off x="4638062" y="3852638"/>
              <a:ext cx="84137" cy="8413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091BD9A1-F984-6496-2856-EF8423B0BE9D}"/>
                </a:ext>
              </a:extLst>
            </p:cNvPr>
            <p:cNvSpPr/>
            <p:nvPr/>
          </p:nvSpPr>
          <p:spPr>
            <a:xfrm>
              <a:off x="4863713" y="3856871"/>
              <a:ext cx="84137" cy="8413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BE25DC28-CAB6-6CB0-E718-D17D9B4C813F}"/>
                </a:ext>
              </a:extLst>
            </p:cNvPr>
            <p:cNvSpPr/>
            <p:nvPr/>
          </p:nvSpPr>
          <p:spPr>
            <a:xfrm>
              <a:off x="5093589" y="3852638"/>
              <a:ext cx="84137" cy="8413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D56DCCF-35DF-28F8-6A1A-A0F911F66925}"/>
                </a:ext>
              </a:extLst>
            </p:cNvPr>
            <p:cNvSpPr/>
            <p:nvPr/>
          </p:nvSpPr>
          <p:spPr>
            <a:xfrm>
              <a:off x="2857500" y="3554730"/>
              <a:ext cx="3429000" cy="15864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D930ACE-0327-9B8F-8305-0BB075721C98}"/>
                </a:ext>
              </a:extLst>
            </p:cNvPr>
            <p:cNvSpPr txBox="1"/>
            <p:nvPr/>
          </p:nvSpPr>
          <p:spPr>
            <a:xfrm>
              <a:off x="4134941" y="5804864"/>
              <a:ext cx="54579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1.375”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C678427-8545-52A7-E7A7-C088E6217D1F}"/>
                </a:ext>
              </a:extLst>
            </p:cNvPr>
            <p:cNvSpPr txBox="1"/>
            <p:nvPr/>
          </p:nvSpPr>
          <p:spPr>
            <a:xfrm>
              <a:off x="6383745" y="4237550"/>
              <a:ext cx="53018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0.787”</a:t>
              </a: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244FD8A-2DED-F8E6-8272-CD4F4FC5C33D}"/>
                </a:ext>
              </a:extLst>
            </p:cNvPr>
            <p:cNvCxnSpPr>
              <a:cxnSpLocks/>
            </p:cNvCxnSpPr>
            <p:nvPr/>
          </p:nvCxnSpPr>
          <p:spPr>
            <a:xfrm>
              <a:off x="4211176" y="3193077"/>
              <a:ext cx="0" cy="699516"/>
            </a:xfrm>
            <a:prstGeom prst="line">
              <a:avLst/>
            </a:prstGeom>
            <a:ln w="57150">
              <a:solidFill>
                <a:srgbClr val="D09E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BF00811-C7B4-2DE0-5415-FD2B2FBDF152}"/>
                </a:ext>
              </a:extLst>
            </p:cNvPr>
            <p:cNvCxnSpPr>
              <a:cxnSpLocks/>
            </p:cNvCxnSpPr>
            <p:nvPr/>
          </p:nvCxnSpPr>
          <p:spPr>
            <a:xfrm>
              <a:off x="5135571" y="3195349"/>
              <a:ext cx="0" cy="699516"/>
            </a:xfrm>
            <a:prstGeom prst="line">
              <a:avLst/>
            </a:prstGeom>
            <a:ln w="57150">
              <a:solidFill>
                <a:srgbClr val="D09E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D3E5C4A-EBA7-C244-EAEB-D4179BAF3EAC}"/>
                </a:ext>
              </a:extLst>
            </p:cNvPr>
            <p:cNvCxnSpPr>
              <a:cxnSpLocks/>
            </p:cNvCxnSpPr>
            <p:nvPr/>
          </p:nvCxnSpPr>
          <p:spPr>
            <a:xfrm>
              <a:off x="4905536" y="3199582"/>
              <a:ext cx="0" cy="699516"/>
            </a:xfrm>
            <a:prstGeom prst="line">
              <a:avLst/>
            </a:prstGeom>
            <a:ln w="57150">
              <a:solidFill>
                <a:srgbClr val="D09E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A5C9AB9-FB1F-CC9F-3DCF-A29EC0298FE2}"/>
                </a:ext>
              </a:extLst>
            </p:cNvPr>
            <p:cNvCxnSpPr>
              <a:cxnSpLocks/>
            </p:cNvCxnSpPr>
            <p:nvPr/>
          </p:nvCxnSpPr>
          <p:spPr>
            <a:xfrm>
              <a:off x="4679724" y="3195349"/>
              <a:ext cx="0" cy="699516"/>
            </a:xfrm>
            <a:prstGeom prst="line">
              <a:avLst/>
            </a:prstGeom>
            <a:ln w="57150">
              <a:solidFill>
                <a:srgbClr val="D09E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EBCDAC9-D07F-B87C-B697-D23ADBBB889A}"/>
                </a:ext>
              </a:extLst>
            </p:cNvPr>
            <p:cNvCxnSpPr>
              <a:cxnSpLocks/>
            </p:cNvCxnSpPr>
            <p:nvPr/>
          </p:nvCxnSpPr>
          <p:spPr>
            <a:xfrm>
              <a:off x="4444777" y="3193825"/>
              <a:ext cx="0" cy="701040"/>
            </a:xfrm>
            <a:prstGeom prst="line">
              <a:avLst/>
            </a:prstGeom>
            <a:ln w="57150">
              <a:solidFill>
                <a:srgbClr val="D09E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53C131C-8192-920C-AF7A-61A5B6A9829D}"/>
                </a:ext>
              </a:extLst>
            </p:cNvPr>
            <p:cNvSpPr/>
            <p:nvPr/>
          </p:nvSpPr>
          <p:spPr>
            <a:xfrm>
              <a:off x="4100878" y="3647977"/>
              <a:ext cx="1141413" cy="16306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59AC9266-04A9-3C18-B955-7C087947645A}"/>
                </a:ext>
              </a:extLst>
            </p:cNvPr>
            <p:cNvCxnSpPr>
              <a:cxnSpLocks/>
            </p:cNvCxnSpPr>
            <p:nvPr/>
          </p:nvCxnSpPr>
          <p:spPr>
            <a:xfrm>
              <a:off x="6361300" y="5144279"/>
              <a:ext cx="46531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FFF21DEC-397B-B1F1-19AB-C5CA6D92A165}"/>
                </a:ext>
              </a:extLst>
            </p:cNvPr>
            <p:cNvCxnSpPr>
              <a:cxnSpLocks/>
            </p:cNvCxnSpPr>
            <p:nvPr/>
          </p:nvCxnSpPr>
          <p:spPr>
            <a:xfrm>
              <a:off x="6437402" y="3554918"/>
              <a:ext cx="352636" cy="358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350D9629-A604-8055-E81D-5C254DB01414}"/>
                </a:ext>
              </a:extLst>
            </p:cNvPr>
            <p:cNvCxnSpPr>
              <a:cxnSpLocks/>
              <a:stCxn id="7" idx="1"/>
            </p:cNvCxnSpPr>
            <p:nvPr/>
          </p:nvCxnSpPr>
          <p:spPr>
            <a:xfrm flipH="1">
              <a:off x="2857500" y="5920280"/>
              <a:ext cx="1277441" cy="57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876C1D4C-946A-1B1E-2E6A-B0582FAB4BE3}"/>
                </a:ext>
              </a:extLst>
            </p:cNvPr>
            <p:cNvCxnSpPr>
              <a:cxnSpLocks/>
              <a:stCxn id="16" idx="3"/>
            </p:cNvCxnSpPr>
            <p:nvPr/>
          </p:nvCxnSpPr>
          <p:spPr>
            <a:xfrm>
              <a:off x="5106160" y="5916366"/>
              <a:ext cx="1180340" cy="96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9A666347-BA40-B1D0-FFD8-F7DC1B5EC7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30618" y="3541182"/>
              <a:ext cx="0" cy="56733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2D8B983E-A459-2819-2073-D5494C2E4314}"/>
                </a:ext>
              </a:extLst>
            </p:cNvPr>
            <p:cNvCxnSpPr>
              <a:cxnSpLocks/>
            </p:cNvCxnSpPr>
            <p:nvPr/>
          </p:nvCxnSpPr>
          <p:spPr>
            <a:xfrm>
              <a:off x="6630618" y="4589732"/>
              <a:ext cx="0" cy="5509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87F18A06-DFC6-EC4D-7545-25F76988504E}"/>
                </a:ext>
              </a:extLst>
            </p:cNvPr>
            <p:cNvSpPr txBox="1"/>
            <p:nvPr/>
          </p:nvSpPr>
          <p:spPr>
            <a:xfrm>
              <a:off x="4076182" y="5156108"/>
              <a:ext cx="37738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gnd</a:t>
              </a: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4EA4033C-0BFE-0BCA-68EF-54C827A9378E}"/>
                </a:ext>
              </a:extLst>
            </p:cNvPr>
            <p:cNvSpPr txBox="1"/>
            <p:nvPr/>
          </p:nvSpPr>
          <p:spPr>
            <a:xfrm>
              <a:off x="4232720" y="2909725"/>
              <a:ext cx="3788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/>
                <a:t>+A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4C03F004-ABAA-0909-B1F0-77F5E251660B}"/>
                </a:ext>
              </a:extLst>
            </p:cNvPr>
            <p:cNvSpPr txBox="1"/>
            <p:nvPr/>
          </p:nvSpPr>
          <p:spPr>
            <a:xfrm>
              <a:off x="4485358" y="2909725"/>
              <a:ext cx="3788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/>
                <a:t>-A</a:t>
              </a: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70E97F65-E5CD-9488-C442-3BE26A378BAA}"/>
                </a:ext>
              </a:extLst>
            </p:cNvPr>
            <p:cNvSpPr txBox="1"/>
            <p:nvPr/>
          </p:nvSpPr>
          <p:spPr>
            <a:xfrm>
              <a:off x="3920566" y="2909725"/>
              <a:ext cx="46780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/>
                <a:t>+2.8</a:t>
              </a: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2600A631-A542-964A-1C11-A942CC603925}"/>
                </a:ext>
              </a:extLst>
            </p:cNvPr>
            <p:cNvSpPr txBox="1"/>
            <p:nvPr/>
          </p:nvSpPr>
          <p:spPr>
            <a:xfrm>
              <a:off x="4818564" y="2906382"/>
              <a:ext cx="5563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/>
                <a:t>gnd</a:t>
              </a:r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C754791F-27EC-DBCB-B8CE-050F91E6F174}"/>
                </a:ext>
              </a:extLst>
            </p:cNvPr>
            <p:cNvSpPr txBox="1"/>
            <p:nvPr/>
          </p:nvSpPr>
          <p:spPr>
            <a:xfrm>
              <a:off x="4070738" y="2656633"/>
              <a:ext cx="25039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6</a:t>
              </a:r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540D606A-8060-70DB-78F0-136096A145AD}"/>
                </a:ext>
              </a:extLst>
            </p:cNvPr>
            <p:cNvSpPr txBox="1"/>
            <p:nvPr/>
          </p:nvSpPr>
          <p:spPr>
            <a:xfrm>
              <a:off x="4314818" y="2663562"/>
              <a:ext cx="25039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5</a:t>
              </a:r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45913A2E-0B4C-9255-7822-F5BD913F43F7}"/>
                </a:ext>
              </a:extLst>
            </p:cNvPr>
            <p:cNvSpPr txBox="1"/>
            <p:nvPr/>
          </p:nvSpPr>
          <p:spPr>
            <a:xfrm>
              <a:off x="4533369" y="2656633"/>
              <a:ext cx="25039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4</a:t>
              </a: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329BDAD0-BC50-5A20-C5D7-ACA80701E93F}"/>
                </a:ext>
              </a:extLst>
            </p:cNvPr>
            <p:cNvSpPr txBox="1"/>
            <p:nvPr/>
          </p:nvSpPr>
          <p:spPr>
            <a:xfrm>
              <a:off x="4774002" y="2656633"/>
              <a:ext cx="25039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3</a:t>
              </a:r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DA61A7B4-380D-B1CD-0998-43B5D460226D}"/>
                </a:ext>
              </a:extLst>
            </p:cNvPr>
            <p:cNvSpPr txBox="1"/>
            <p:nvPr/>
          </p:nvSpPr>
          <p:spPr>
            <a:xfrm>
              <a:off x="4995545" y="2656633"/>
              <a:ext cx="25039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</a:t>
              </a: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8FBBAC90-5575-D731-1602-3BCD7C092CC4}"/>
                </a:ext>
              </a:extLst>
            </p:cNvPr>
            <p:cNvSpPr txBox="1"/>
            <p:nvPr/>
          </p:nvSpPr>
          <p:spPr>
            <a:xfrm>
              <a:off x="3857238" y="2656633"/>
              <a:ext cx="25039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8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9597E55-8074-9747-CC20-D3338DE539CE}"/>
                </a:ext>
              </a:extLst>
            </p:cNvPr>
            <p:cNvSpPr txBox="1"/>
            <p:nvPr/>
          </p:nvSpPr>
          <p:spPr>
            <a:xfrm>
              <a:off x="3644714" y="1185762"/>
              <a:ext cx="186138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/>
                <a:t>Molex 0527450697</a:t>
              </a:r>
            </a:p>
            <a:p>
              <a:pPr algn="ctr"/>
              <a:r>
                <a:rPr lang="en-US" sz="900"/>
                <a:t>0.5mm ZIF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41B245C-60A2-EEF6-2C97-B1E323CA5BB0}"/>
                </a:ext>
              </a:extLst>
            </p:cNvPr>
            <p:cNvSpPr txBox="1"/>
            <p:nvPr/>
          </p:nvSpPr>
          <p:spPr>
            <a:xfrm>
              <a:off x="1642210" y="4363623"/>
              <a:ext cx="9056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width 0.375” (10mm)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A0755EE-0F0F-1C69-99E4-0E8ECD03D4F5}"/>
                </a:ext>
              </a:extLst>
            </p:cNvPr>
            <p:cNvSpPr txBox="1"/>
            <p:nvPr/>
          </p:nvSpPr>
          <p:spPr>
            <a:xfrm>
              <a:off x="4442780" y="5800950"/>
              <a:ext cx="66338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(35mm)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B5E8230D-7B5A-4C43-644F-C564588F816C}"/>
                </a:ext>
              </a:extLst>
            </p:cNvPr>
            <p:cNvSpPr txBox="1"/>
            <p:nvPr/>
          </p:nvSpPr>
          <p:spPr>
            <a:xfrm>
              <a:off x="4437181" y="4818166"/>
              <a:ext cx="3129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J3</a:t>
              </a: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8E789C6D-0ED6-A499-14FA-EAC225E66881}"/>
                </a:ext>
              </a:extLst>
            </p:cNvPr>
            <p:cNvSpPr/>
            <p:nvPr/>
          </p:nvSpPr>
          <p:spPr>
            <a:xfrm rot="21171084">
              <a:off x="3389534" y="2593373"/>
              <a:ext cx="521472" cy="386831"/>
            </a:xfrm>
            <a:custGeom>
              <a:avLst/>
              <a:gdLst>
                <a:gd name="connsiteX0" fmla="*/ 0 w 521472"/>
                <a:gd name="connsiteY0" fmla="*/ 0 h 386831"/>
                <a:gd name="connsiteX1" fmla="*/ 251460 w 521472"/>
                <a:gd name="connsiteY1" fmla="*/ 256032 h 386831"/>
                <a:gd name="connsiteX2" fmla="*/ 246888 w 521472"/>
                <a:gd name="connsiteY2" fmla="*/ 128016 h 386831"/>
                <a:gd name="connsiteX3" fmla="*/ 489204 w 521472"/>
                <a:gd name="connsiteY3" fmla="*/ 361188 h 386831"/>
                <a:gd name="connsiteX4" fmla="*/ 512064 w 521472"/>
                <a:gd name="connsiteY4" fmla="*/ 370332 h 386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1472" h="386831">
                  <a:moveTo>
                    <a:pt x="0" y="0"/>
                  </a:moveTo>
                  <a:cubicBezTo>
                    <a:pt x="105156" y="117348"/>
                    <a:pt x="210312" y="234696"/>
                    <a:pt x="251460" y="256032"/>
                  </a:cubicBezTo>
                  <a:cubicBezTo>
                    <a:pt x="292608" y="277368"/>
                    <a:pt x="207264" y="110490"/>
                    <a:pt x="246888" y="128016"/>
                  </a:cubicBezTo>
                  <a:cubicBezTo>
                    <a:pt x="286512" y="145542"/>
                    <a:pt x="445008" y="320802"/>
                    <a:pt x="489204" y="361188"/>
                  </a:cubicBezTo>
                  <a:cubicBezTo>
                    <a:pt x="533400" y="401574"/>
                    <a:pt x="522732" y="385953"/>
                    <a:pt x="512064" y="370332"/>
                  </a:cubicBezTo>
                </a:path>
              </a:pathLst>
            </a:custGeom>
            <a:no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3CBCCBE-A3C3-B306-9CBB-8F62C00CCB55}"/>
                </a:ext>
              </a:extLst>
            </p:cNvPr>
            <p:cNvSpPr txBox="1"/>
            <p:nvPr/>
          </p:nvSpPr>
          <p:spPr>
            <a:xfrm>
              <a:off x="2554133" y="2389134"/>
              <a:ext cx="92225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width  0.59”</a:t>
              </a:r>
              <a:br>
                <a:rPr lang="en-US" sz="1000"/>
              </a:br>
              <a:r>
                <a:rPr lang="en-US" sz="1000"/>
                <a:t>(15mm)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BA1BC7-7FDD-56CD-780E-48A0C7E0BC93}"/>
                </a:ext>
              </a:extLst>
            </p:cNvPr>
            <p:cNvSpPr txBox="1"/>
            <p:nvPr/>
          </p:nvSpPr>
          <p:spPr>
            <a:xfrm>
              <a:off x="6692548" y="4225659"/>
              <a:ext cx="66338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(20mm)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E65F2FE-14D6-EC7C-A4D2-7274877EB8C5}"/>
                </a:ext>
              </a:extLst>
            </p:cNvPr>
            <p:cNvSpPr txBox="1"/>
            <p:nvPr/>
          </p:nvSpPr>
          <p:spPr>
            <a:xfrm>
              <a:off x="5953905" y="3945489"/>
              <a:ext cx="38471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VCC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D224E861-3158-B0CC-7789-4722C650D927}"/>
                </a:ext>
              </a:extLst>
            </p:cNvPr>
            <p:cNvSpPr txBox="1"/>
            <p:nvPr/>
          </p:nvSpPr>
          <p:spPr>
            <a:xfrm>
              <a:off x="5959284" y="4139140"/>
              <a:ext cx="32961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+5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1CE8BE1-3449-6A6A-766A-FC05894CAD70}"/>
                </a:ext>
              </a:extLst>
            </p:cNvPr>
            <p:cNvSpPr txBox="1"/>
            <p:nvPr/>
          </p:nvSpPr>
          <p:spPr>
            <a:xfrm>
              <a:off x="5922316" y="3756420"/>
              <a:ext cx="45458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+3.3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B5442490-3469-0DB8-7D77-31C0796C1B52}"/>
                </a:ext>
              </a:extLst>
            </p:cNvPr>
            <p:cNvSpPr txBox="1"/>
            <p:nvPr/>
          </p:nvSpPr>
          <p:spPr>
            <a:xfrm>
              <a:off x="6372855" y="2471715"/>
              <a:ext cx="53018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0812”</a:t>
              </a:r>
            </a:p>
          </p:txBody>
        </p: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14AD8121-B5DB-18A8-2230-2D53222251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30618" y="1639475"/>
              <a:ext cx="0" cy="7766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5FE15602-B796-CDB2-2215-40A555A18BA3}"/>
                </a:ext>
              </a:extLst>
            </p:cNvPr>
            <p:cNvCxnSpPr>
              <a:cxnSpLocks/>
            </p:cNvCxnSpPr>
            <p:nvPr/>
          </p:nvCxnSpPr>
          <p:spPr>
            <a:xfrm>
              <a:off x="6637946" y="2693403"/>
              <a:ext cx="0" cy="83389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842A59CB-222B-FF32-B8C9-175BDB001C6D}"/>
                </a:ext>
              </a:extLst>
            </p:cNvPr>
            <p:cNvSpPr txBox="1"/>
            <p:nvPr/>
          </p:nvSpPr>
          <p:spPr>
            <a:xfrm>
              <a:off x="6700671" y="2478612"/>
              <a:ext cx="66338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(20.6mm)</a:t>
              </a:r>
            </a:p>
          </p:txBody>
        </p: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254FA664-33C6-0C89-8E20-460B3422A923}"/>
                </a:ext>
              </a:extLst>
            </p:cNvPr>
            <p:cNvCxnSpPr>
              <a:cxnSpLocks/>
            </p:cNvCxnSpPr>
            <p:nvPr/>
          </p:nvCxnSpPr>
          <p:spPr>
            <a:xfrm>
              <a:off x="5346513" y="1643057"/>
              <a:ext cx="146955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E66B6C1-5FDB-E070-741C-34173E4853BA}"/>
                </a:ext>
              </a:extLst>
            </p:cNvPr>
            <p:cNvSpPr txBox="1"/>
            <p:nvPr/>
          </p:nvSpPr>
          <p:spPr>
            <a:xfrm>
              <a:off x="4278085" y="5166804"/>
              <a:ext cx="40284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/>
                <a:t>+Vcc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AC9530D-9ADB-F827-CA90-F44D36DD2C5F}"/>
                </a:ext>
              </a:extLst>
            </p:cNvPr>
            <p:cNvSpPr txBox="1"/>
            <p:nvPr/>
          </p:nvSpPr>
          <p:spPr>
            <a:xfrm>
              <a:off x="4488888" y="5171587"/>
              <a:ext cx="4398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SDA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D7B5943-C3BC-EEB8-5379-A4B062DB5560}"/>
                </a:ext>
              </a:extLst>
            </p:cNvPr>
            <p:cNvSpPr txBox="1"/>
            <p:nvPr/>
          </p:nvSpPr>
          <p:spPr>
            <a:xfrm>
              <a:off x="4704977" y="5171754"/>
              <a:ext cx="4398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SCL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04C2B45-375F-E4CD-28EE-2C5B21E0652A}"/>
                </a:ext>
              </a:extLst>
            </p:cNvPr>
            <p:cNvCxnSpPr>
              <a:cxnSpLocks/>
            </p:cNvCxnSpPr>
            <p:nvPr/>
          </p:nvCxnSpPr>
          <p:spPr>
            <a:xfrm>
              <a:off x="6440294" y="3529414"/>
              <a:ext cx="352636" cy="358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7CC177E-B6F3-9CFB-B878-653EEF839BA4}"/>
                </a:ext>
              </a:extLst>
            </p:cNvPr>
            <p:cNvSpPr/>
            <p:nvPr/>
          </p:nvSpPr>
          <p:spPr>
            <a:xfrm rot="10800000">
              <a:off x="5299121" y="4589476"/>
              <a:ext cx="914400" cy="55072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 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C96B8CB-897F-A871-9149-B573C0570295}"/>
                </a:ext>
              </a:extLst>
            </p:cNvPr>
            <p:cNvSpPr/>
            <p:nvPr/>
          </p:nvSpPr>
          <p:spPr>
            <a:xfrm rot="10800000">
              <a:off x="6017142" y="4636046"/>
              <a:ext cx="84137" cy="8413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3840CD29-BB73-E6E9-EA1F-76527BD1B812}"/>
                </a:ext>
              </a:extLst>
            </p:cNvPr>
            <p:cNvSpPr/>
            <p:nvPr/>
          </p:nvSpPr>
          <p:spPr>
            <a:xfrm rot="10800000">
              <a:off x="5814470" y="4636046"/>
              <a:ext cx="84137" cy="8413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DFB74683-E0DC-F9DF-0AB2-CA99BEC79ECD}"/>
                </a:ext>
              </a:extLst>
            </p:cNvPr>
            <p:cNvSpPr/>
            <p:nvPr/>
          </p:nvSpPr>
          <p:spPr>
            <a:xfrm rot="10800000">
              <a:off x="5611798" y="4636046"/>
              <a:ext cx="84137" cy="8413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EF13D1AD-6E02-BDAB-6F64-DF6EAD22495C}"/>
                </a:ext>
              </a:extLst>
            </p:cNvPr>
            <p:cNvSpPr/>
            <p:nvPr/>
          </p:nvSpPr>
          <p:spPr>
            <a:xfrm rot="10800000">
              <a:off x="5409125" y="4636046"/>
              <a:ext cx="84137" cy="8413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07938BF5-2DC9-62E6-6AE0-F4885CB23AA0}"/>
                </a:ext>
              </a:extLst>
            </p:cNvPr>
            <p:cNvSpPr/>
            <p:nvPr/>
          </p:nvSpPr>
          <p:spPr>
            <a:xfrm rot="10800000">
              <a:off x="2932301" y="4589732"/>
              <a:ext cx="914400" cy="55072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 </a:t>
              </a: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3098A7EA-4740-3580-9705-45D2A5E791FD}"/>
                </a:ext>
              </a:extLst>
            </p:cNvPr>
            <p:cNvSpPr/>
            <p:nvPr/>
          </p:nvSpPr>
          <p:spPr>
            <a:xfrm rot="10800000">
              <a:off x="3650322" y="4636302"/>
              <a:ext cx="84137" cy="8413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1C4EAE08-A3F1-DE80-9F2C-9ABDB461165E}"/>
                </a:ext>
              </a:extLst>
            </p:cNvPr>
            <p:cNvSpPr/>
            <p:nvPr/>
          </p:nvSpPr>
          <p:spPr>
            <a:xfrm rot="10800000">
              <a:off x="3447650" y="4636302"/>
              <a:ext cx="84137" cy="8413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B9B2E3B1-5AB9-8195-19F2-F0E088B58306}"/>
                </a:ext>
              </a:extLst>
            </p:cNvPr>
            <p:cNvSpPr/>
            <p:nvPr/>
          </p:nvSpPr>
          <p:spPr>
            <a:xfrm rot="10800000">
              <a:off x="3244978" y="4636302"/>
              <a:ext cx="84137" cy="8413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C8B51901-A189-F853-E464-AC9E8426F627}"/>
                </a:ext>
              </a:extLst>
            </p:cNvPr>
            <p:cNvSpPr/>
            <p:nvPr/>
          </p:nvSpPr>
          <p:spPr>
            <a:xfrm rot="10800000">
              <a:off x="3042305" y="4636302"/>
              <a:ext cx="84137" cy="8413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4F57908C-7BB2-8F14-BFE1-E75059074535}"/>
                </a:ext>
              </a:extLst>
            </p:cNvPr>
            <p:cNvSpPr txBox="1"/>
            <p:nvPr/>
          </p:nvSpPr>
          <p:spPr>
            <a:xfrm>
              <a:off x="5611907" y="4818166"/>
              <a:ext cx="3129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J2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ACE626B3-DA36-3FA4-E9E7-F5B82E4D0694}"/>
                </a:ext>
              </a:extLst>
            </p:cNvPr>
            <p:cNvSpPr txBox="1"/>
            <p:nvPr/>
          </p:nvSpPr>
          <p:spPr>
            <a:xfrm>
              <a:off x="5482532" y="5163863"/>
              <a:ext cx="37078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+5v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FCA4B8F4-E2BD-AEC8-0AB8-9CB6875FB3C4}"/>
                </a:ext>
              </a:extLst>
            </p:cNvPr>
            <p:cNvSpPr txBox="1"/>
            <p:nvPr/>
          </p:nvSpPr>
          <p:spPr>
            <a:xfrm>
              <a:off x="5675560" y="5163863"/>
              <a:ext cx="40438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SDA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431B9FBD-DBC8-7827-EAEA-6A305F28E993}"/>
                </a:ext>
              </a:extLst>
            </p:cNvPr>
            <p:cNvSpPr txBox="1"/>
            <p:nvPr/>
          </p:nvSpPr>
          <p:spPr>
            <a:xfrm>
              <a:off x="5881337" y="5163863"/>
              <a:ext cx="4398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SCL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9C309E07-BD5D-40F5-2522-9E8ACDA182CE}"/>
                </a:ext>
              </a:extLst>
            </p:cNvPr>
            <p:cNvSpPr txBox="1"/>
            <p:nvPr/>
          </p:nvSpPr>
          <p:spPr>
            <a:xfrm>
              <a:off x="3239915" y="4844405"/>
              <a:ext cx="3129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J4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B350C786-2AD2-9610-CB2E-A7DE8298A770}"/>
                </a:ext>
              </a:extLst>
            </p:cNvPr>
            <p:cNvSpPr txBox="1"/>
            <p:nvPr/>
          </p:nvSpPr>
          <p:spPr>
            <a:xfrm>
              <a:off x="3557254" y="5170903"/>
              <a:ext cx="3152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-A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0506F576-3B56-C43E-873E-B6EF62B822F8}"/>
                </a:ext>
              </a:extLst>
            </p:cNvPr>
            <p:cNvSpPr txBox="1"/>
            <p:nvPr/>
          </p:nvSpPr>
          <p:spPr>
            <a:xfrm>
              <a:off x="3127768" y="5170903"/>
              <a:ext cx="3204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+A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E06C453-6FC4-3F35-B5F9-BBB20B8B11BC}"/>
                </a:ext>
              </a:extLst>
            </p:cNvPr>
            <p:cNvSpPr txBox="1"/>
            <p:nvPr/>
          </p:nvSpPr>
          <p:spPr>
            <a:xfrm>
              <a:off x="2883347" y="5170903"/>
              <a:ext cx="38851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gnd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067328BF-CB9A-72F7-349E-047883185D5E}"/>
                </a:ext>
              </a:extLst>
            </p:cNvPr>
            <p:cNvSpPr txBox="1"/>
            <p:nvPr/>
          </p:nvSpPr>
          <p:spPr>
            <a:xfrm>
              <a:off x="5262913" y="5163863"/>
              <a:ext cx="37738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gnd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280A0B2-8AD5-E1BD-DDB0-640A7FB64D27}"/>
                </a:ext>
              </a:extLst>
            </p:cNvPr>
            <p:cNvSpPr txBox="1"/>
            <p:nvPr/>
          </p:nvSpPr>
          <p:spPr>
            <a:xfrm>
              <a:off x="3304680" y="5170903"/>
              <a:ext cx="39052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gnd</a:t>
              </a:r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F62661E7-B0DC-1F7E-71D3-AFEB3C7EB2F7}"/>
                </a:ext>
              </a:extLst>
            </p:cNvPr>
            <p:cNvCxnSpPr>
              <a:cxnSpLocks/>
            </p:cNvCxnSpPr>
            <p:nvPr/>
          </p:nvCxnSpPr>
          <p:spPr>
            <a:xfrm>
              <a:off x="6293417" y="5273295"/>
              <a:ext cx="0" cy="7386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FEF6B718-C931-6A5A-9C42-72600059DA46}"/>
                </a:ext>
              </a:extLst>
            </p:cNvPr>
            <p:cNvCxnSpPr>
              <a:cxnSpLocks/>
            </p:cNvCxnSpPr>
            <p:nvPr/>
          </p:nvCxnSpPr>
          <p:spPr>
            <a:xfrm>
              <a:off x="2853978" y="5256028"/>
              <a:ext cx="0" cy="7386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837E66D-3F84-DC9A-0728-EC0DABA16742}"/>
                </a:ext>
              </a:extLst>
            </p:cNvPr>
            <p:cNvSpPr/>
            <p:nvPr/>
          </p:nvSpPr>
          <p:spPr>
            <a:xfrm rot="19420928">
              <a:off x="2471503" y="4481351"/>
              <a:ext cx="396298" cy="577228"/>
            </a:xfrm>
            <a:custGeom>
              <a:avLst/>
              <a:gdLst>
                <a:gd name="connsiteX0" fmla="*/ 0 w 521472"/>
                <a:gd name="connsiteY0" fmla="*/ 0 h 386831"/>
                <a:gd name="connsiteX1" fmla="*/ 251460 w 521472"/>
                <a:gd name="connsiteY1" fmla="*/ 256032 h 386831"/>
                <a:gd name="connsiteX2" fmla="*/ 246888 w 521472"/>
                <a:gd name="connsiteY2" fmla="*/ 128016 h 386831"/>
                <a:gd name="connsiteX3" fmla="*/ 489204 w 521472"/>
                <a:gd name="connsiteY3" fmla="*/ 361188 h 386831"/>
                <a:gd name="connsiteX4" fmla="*/ 512064 w 521472"/>
                <a:gd name="connsiteY4" fmla="*/ 370332 h 386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1472" h="386831">
                  <a:moveTo>
                    <a:pt x="0" y="0"/>
                  </a:moveTo>
                  <a:cubicBezTo>
                    <a:pt x="105156" y="117348"/>
                    <a:pt x="210312" y="234696"/>
                    <a:pt x="251460" y="256032"/>
                  </a:cubicBezTo>
                  <a:cubicBezTo>
                    <a:pt x="292608" y="277368"/>
                    <a:pt x="207264" y="110490"/>
                    <a:pt x="246888" y="128016"/>
                  </a:cubicBezTo>
                  <a:cubicBezTo>
                    <a:pt x="286512" y="145542"/>
                    <a:pt x="445008" y="320802"/>
                    <a:pt x="489204" y="361188"/>
                  </a:cubicBezTo>
                  <a:cubicBezTo>
                    <a:pt x="533400" y="401574"/>
                    <a:pt x="522732" y="385953"/>
                    <a:pt x="512064" y="370332"/>
                  </a:cubicBezTo>
                </a:path>
              </a:pathLst>
            </a:custGeom>
            <a:no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3AEDFEF9-4145-36B6-5BD4-13610E245369}"/>
                </a:ext>
              </a:extLst>
            </p:cNvPr>
            <p:cNvSpPr txBox="1"/>
            <p:nvPr/>
          </p:nvSpPr>
          <p:spPr>
            <a:xfrm>
              <a:off x="4415136" y="2444524"/>
              <a:ext cx="3129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J5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47ACC62E-1EFA-11BC-22BA-863065941210}"/>
                </a:ext>
              </a:extLst>
            </p:cNvPr>
            <p:cNvSpPr/>
            <p:nvPr/>
          </p:nvSpPr>
          <p:spPr>
            <a:xfrm>
              <a:off x="5899806" y="4222150"/>
              <a:ext cx="127039" cy="10015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F03BF0BF-F714-49ED-CD87-15AD9C95AC3F}"/>
                </a:ext>
              </a:extLst>
            </p:cNvPr>
            <p:cNvSpPr/>
            <p:nvPr/>
          </p:nvSpPr>
          <p:spPr>
            <a:xfrm>
              <a:off x="5890102" y="4016941"/>
              <a:ext cx="127039" cy="10015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FD4F7430-43B6-2FA2-F946-FFC81C3B2322}"/>
                </a:ext>
              </a:extLst>
            </p:cNvPr>
            <p:cNvSpPr/>
            <p:nvPr/>
          </p:nvSpPr>
          <p:spPr>
            <a:xfrm>
              <a:off x="5889852" y="3822034"/>
              <a:ext cx="127039" cy="10015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8ADCE794-84CD-451F-4330-E5D8BA52191E}"/>
                </a:ext>
              </a:extLst>
            </p:cNvPr>
            <p:cNvSpPr/>
            <p:nvPr/>
          </p:nvSpPr>
          <p:spPr>
            <a:xfrm>
              <a:off x="3020853" y="4112418"/>
              <a:ext cx="127039" cy="10015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B1A85970-39EA-119A-9886-96E4095AC08F}"/>
                </a:ext>
              </a:extLst>
            </p:cNvPr>
            <p:cNvSpPr/>
            <p:nvPr/>
          </p:nvSpPr>
          <p:spPr>
            <a:xfrm>
              <a:off x="3014086" y="4298867"/>
              <a:ext cx="127039" cy="10015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29DA5BF-E658-B9E6-4E9B-A7996F21299B}"/>
                </a:ext>
              </a:extLst>
            </p:cNvPr>
            <p:cNvSpPr txBox="1"/>
            <p:nvPr/>
          </p:nvSpPr>
          <p:spPr>
            <a:xfrm>
              <a:off x="3055653" y="4139228"/>
              <a:ext cx="42780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GND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C158A34-8387-6972-E11E-EED3B9E3FB4B}"/>
                </a:ext>
              </a:extLst>
            </p:cNvPr>
            <p:cNvSpPr txBox="1"/>
            <p:nvPr/>
          </p:nvSpPr>
          <p:spPr>
            <a:xfrm>
              <a:off x="3015026" y="4352840"/>
              <a:ext cx="77324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AUDIO OUT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CD75037-2967-026B-90E1-98817D574AA4}"/>
                </a:ext>
              </a:extLst>
            </p:cNvPr>
            <p:cNvSpPr txBox="1"/>
            <p:nvPr/>
          </p:nvSpPr>
          <p:spPr>
            <a:xfrm>
              <a:off x="5374256" y="4352840"/>
              <a:ext cx="77324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I2C IN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4A51B2E-B226-DE34-2F16-4479EA39708B}"/>
                </a:ext>
              </a:extLst>
            </p:cNvPr>
            <p:cNvSpPr txBox="1"/>
            <p:nvPr/>
          </p:nvSpPr>
          <p:spPr>
            <a:xfrm>
              <a:off x="4195108" y="4352840"/>
              <a:ext cx="77324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SENSOR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CFB8A986-FDA0-2B6E-D55C-548B9E30DB08}"/>
                </a:ext>
              </a:extLst>
            </p:cNvPr>
            <p:cNvSpPr txBox="1"/>
            <p:nvPr/>
          </p:nvSpPr>
          <p:spPr>
            <a:xfrm>
              <a:off x="3619713" y="3620144"/>
              <a:ext cx="55772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MEMS</a:t>
              </a:r>
            </a:p>
          </p:txBody>
        </p:sp>
      </p:grpSp>
      <p:sp>
        <p:nvSpPr>
          <p:cNvPr id="40" name="Oval 39">
            <a:extLst>
              <a:ext uri="{FF2B5EF4-FFF2-40B4-BE49-F238E27FC236}">
                <a16:creationId xmlns:a16="http://schemas.microsoft.com/office/drawing/2014/main" id="{CE2468E0-602A-AE6A-7C7C-20A42938DBDE}"/>
              </a:ext>
            </a:extLst>
          </p:cNvPr>
          <p:cNvSpPr/>
          <p:nvPr/>
        </p:nvSpPr>
        <p:spPr>
          <a:xfrm>
            <a:off x="4154369" y="2255243"/>
            <a:ext cx="176238" cy="17623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D2088FA-10EB-9917-3946-7022C614BFF5}"/>
              </a:ext>
            </a:extLst>
          </p:cNvPr>
          <p:cNvSpPr/>
          <p:nvPr/>
        </p:nvSpPr>
        <p:spPr>
          <a:xfrm>
            <a:off x="4773870" y="2255889"/>
            <a:ext cx="176238" cy="17623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852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7C450-FC61-70A1-1740-1891FC4D1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0906" y="108614"/>
            <a:ext cx="5225024" cy="476122"/>
          </a:xfrm>
        </p:spPr>
        <p:txBody>
          <a:bodyPr>
            <a:normAutofit/>
          </a:bodyPr>
          <a:lstStyle/>
          <a:p>
            <a:pPr algn="ctr"/>
            <a:r>
              <a:rPr lang="en-US" sz="2400"/>
              <a:t>Probe I/O &amp; </a:t>
            </a:r>
            <a:r>
              <a:rPr lang="en-US" sz="2400" err="1"/>
              <a:t>vreg</a:t>
            </a:r>
            <a:r>
              <a:rPr lang="en-US" sz="2400"/>
              <a:t> layout – dual four-wire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8F2AB9E-60DB-68AC-8758-DEA28F336F9C}"/>
              </a:ext>
            </a:extLst>
          </p:cNvPr>
          <p:cNvSpPr txBox="1"/>
          <p:nvPr/>
        </p:nvSpPr>
        <p:spPr>
          <a:xfrm>
            <a:off x="2491761" y="6584649"/>
            <a:ext cx="44842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Earth Biometrics LLC – Copyright 2023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96C8AB0A-92C4-7482-026C-DBA27BCB8DCF}"/>
              </a:ext>
            </a:extLst>
          </p:cNvPr>
          <p:cNvSpPr/>
          <p:nvPr/>
        </p:nvSpPr>
        <p:spPr>
          <a:xfrm>
            <a:off x="3883299" y="2251108"/>
            <a:ext cx="1358992" cy="1883664"/>
          </a:xfrm>
          <a:prstGeom prst="rect">
            <a:avLst/>
          </a:prstGeom>
          <a:solidFill>
            <a:srgbClr val="F878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42A8A04-8F21-36D1-F094-3DEE244F7235}"/>
              </a:ext>
            </a:extLst>
          </p:cNvPr>
          <p:cNvSpPr/>
          <p:nvPr/>
        </p:nvSpPr>
        <p:spPr>
          <a:xfrm rot="10800000">
            <a:off x="4120269" y="5200819"/>
            <a:ext cx="914400" cy="5507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1385D5F-7E55-5B0A-296D-DEBE836D3EF1}"/>
              </a:ext>
            </a:extLst>
          </p:cNvPr>
          <p:cNvSpPr/>
          <p:nvPr/>
        </p:nvSpPr>
        <p:spPr>
          <a:xfrm rot="10800000">
            <a:off x="4838290" y="5247389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1928045-C316-E607-3CB4-54A72CAAA7E4}"/>
              </a:ext>
            </a:extLst>
          </p:cNvPr>
          <p:cNvSpPr/>
          <p:nvPr/>
        </p:nvSpPr>
        <p:spPr>
          <a:xfrm rot="10800000">
            <a:off x="4635618" y="5247389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D565C98-03ED-16AD-EEA0-136891C0EF33}"/>
              </a:ext>
            </a:extLst>
          </p:cNvPr>
          <p:cNvSpPr/>
          <p:nvPr/>
        </p:nvSpPr>
        <p:spPr>
          <a:xfrm rot="10800000">
            <a:off x="4432946" y="5247389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5015D42-9980-8C0E-DAED-DC4177AFFA75}"/>
              </a:ext>
            </a:extLst>
          </p:cNvPr>
          <p:cNvSpPr/>
          <p:nvPr/>
        </p:nvSpPr>
        <p:spPr>
          <a:xfrm rot="10800000">
            <a:off x="4230273" y="5247389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F2DB01E2-02B4-B34E-7665-67B6FEE87073}"/>
              </a:ext>
            </a:extLst>
          </p:cNvPr>
          <p:cNvSpPr/>
          <p:nvPr/>
        </p:nvSpPr>
        <p:spPr>
          <a:xfrm>
            <a:off x="3945829" y="3782891"/>
            <a:ext cx="79249" cy="32232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4B7FF276-251A-26E5-FC1B-CEAEFD3E447B}"/>
              </a:ext>
            </a:extLst>
          </p:cNvPr>
          <p:cNvSpPr/>
          <p:nvPr/>
        </p:nvSpPr>
        <p:spPr>
          <a:xfrm>
            <a:off x="4175020" y="3782891"/>
            <a:ext cx="79249" cy="32232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38DF48EA-3AA3-A10F-0E75-5BAD31B00C21}"/>
              </a:ext>
            </a:extLst>
          </p:cNvPr>
          <p:cNvSpPr/>
          <p:nvPr/>
        </p:nvSpPr>
        <p:spPr>
          <a:xfrm>
            <a:off x="4404211" y="3782891"/>
            <a:ext cx="79249" cy="32232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B007C4BF-13B2-C380-7913-F0D143443B4F}"/>
              </a:ext>
            </a:extLst>
          </p:cNvPr>
          <p:cNvSpPr/>
          <p:nvPr/>
        </p:nvSpPr>
        <p:spPr>
          <a:xfrm>
            <a:off x="4633402" y="3782891"/>
            <a:ext cx="79249" cy="32232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B3DA40FF-C5FF-9232-3BE1-4F9343FE7A65}"/>
              </a:ext>
            </a:extLst>
          </p:cNvPr>
          <p:cNvSpPr/>
          <p:nvPr/>
        </p:nvSpPr>
        <p:spPr>
          <a:xfrm>
            <a:off x="4862593" y="3787124"/>
            <a:ext cx="79249" cy="32232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35E8921F-D80B-00D7-D8DD-6A8105B6AAAD}"/>
              </a:ext>
            </a:extLst>
          </p:cNvPr>
          <p:cNvSpPr/>
          <p:nvPr/>
        </p:nvSpPr>
        <p:spPr>
          <a:xfrm>
            <a:off x="5091784" y="3782891"/>
            <a:ext cx="79249" cy="32232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E0F35FD6-AD9F-EC8E-0671-1F3695F2D363}"/>
              </a:ext>
            </a:extLst>
          </p:cNvPr>
          <p:cNvSpPr/>
          <p:nvPr/>
        </p:nvSpPr>
        <p:spPr>
          <a:xfrm>
            <a:off x="4172480" y="4463725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7EC6FBCC-9FD0-253D-C4CE-4ADB2BA94888}"/>
              </a:ext>
            </a:extLst>
          </p:cNvPr>
          <p:cNvSpPr/>
          <p:nvPr/>
        </p:nvSpPr>
        <p:spPr>
          <a:xfrm>
            <a:off x="4403276" y="4463725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096B9B02-1988-1E02-76B8-C0C422ACD451}"/>
              </a:ext>
            </a:extLst>
          </p:cNvPr>
          <p:cNvSpPr/>
          <p:nvPr/>
        </p:nvSpPr>
        <p:spPr>
          <a:xfrm>
            <a:off x="4638062" y="4463725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091BD9A1-F984-6496-2856-EF8423B0BE9D}"/>
              </a:ext>
            </a:extLst>
          </p:cNvPr>
          <p:cNvSpPr/>
          <p:nvPr/>
        </p:nvSpPr>
        <p:spPr>
          <a:xfrm>
            <a:off x="4863713" y="4467958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BE25DC28-CAB6-6CB0-E718-D17D9B4C813F}"/>
              </a:ext>
            </a:extLst>
          </p:cNvPr>
          <p:cNvSpPr/>
          <p:nvPr/>
        </p:nvSpPr>
        <p:spPr>
          <a:xfrm>
            <a:off x="5093589" y="4463725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56DCCF-35DF-28F8-6A1A-A0F911F66925}"/>
              </a:ext>
            </a:extLst>
          </p:cNvPr>
          <p:cNvSpPr/>
          <p:nvPr/>
        </p:nvSpPr>
        <p:spPr>
          <a:xfrm>
            <a:off x="2857500" y="4165817"/>
            <a:ext cx="3429000" cy="15864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930ACE-0327-9B8F-8305-0BB075721C98}"/>
              </a:ext>
            </a:extLst>
          </p:cNvPr>
          <p:cNvSpPr txBox="1"/>
          <p:nvPr/>
        </p:nvSpPr>
        <p:spPr>
          <a:xfrm>
            <a:off x="4134941" y="6095441"/>
            <a:ext cx="54579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1.375”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678427-8545-52A7-E7A7-C088E6217D1F}"/>
              </a:ext>
            </a:extLst>
          </p:cNvPr>
          <p:cNvSpPr txBox="1"/>
          <p:nvPr/>
        </p:nvSpPr>
        <p:spPr>
          <a:xfrm>
            <a:off x="6383745" y="4848637"/>
            <a:ext cx="53018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0.787”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244FD8A-2DED-F8E6-8272-CD4F4FC5C33D}"/>
              </a:ext>
            </a:extLst>
          </p:cNvPr>
          <p:cNvCxnSpPr>
            <a:cxnSpLocks/>
          </p:cNvCxnSpPr>
          <p:nvPr/>
        </p:nvCxnSpPr>
        <p:spPr>
          <a:xfrm>
            <a:off x="4211176" y="3804164"/>
            <a:ext cx="0" cy="699516"/>
          </a:xfrm>
          <a:prstGeom prst="line">
            <a:avLst/>
          </a:prstGeom>
          <a:ln w="57150">
            <a:solidFill>
              <a:srgbClr val="D09E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BF00811-C7B4-2DE0-5415-FD2B2FBDF152}"/>
              </a:ext>
            </a:extLst>
          </p:cNvPr>
          <p:cNvCxnSpPr>
            <a:cxnSpLocks/>
          </p:cNvCxnSpPr>
          <p:nvPr/>
        </p:nvCxnSpPr>
        <p:spPr>
          <a:xfrm>
            <a:off x="5135571" y="3806436"/>
            <a:ext cx="0" cy="699516"/>
          </a:xfrm>
          <a:prstGeom prst="line">
            <a:avLst/>
          </a:prstGeom>
          <a:ln w="57150">
            <a:solidFill>
              <a:srgbClr val="D09E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D3E5C4A-EBA7-C244-EAEB-D4179BAF3EAC}"/>
              </a:ext>
            </a:extLst>
          </p:cNvPr>
          <p:cNvCxnSpPr>
            <a:cxnSpLocks/>
          </p:cNvCxnSpPr>
          <p:nvPr/>
        </p:nvCxnSpPr>
        <p:spPr>
          <a:xfrm>
            <a:off x="4905536" y="3810669"/>
            <a:ext cx="0" cy="699516"/>
          </a:xfrm>
          <a:prstGeom prst="line">
            <a:avLst/>
          </a:prstGeom>
          <a:ln w="57150">
            <a:solidFill>
              <a:srgbClr val="D09E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A5C9AB9-FB1F-CC9F-3DCF-A29EC0298FE2}"/>
              </a:ext>
            </a:extLst>
          </p:cNvPr>
          <p:cNvCxnSpPr>
            <a:cxnSpLocks/>
          </p:cNvCxnSpPr>
          <p:nvPr/>
        </p:nvCxnSpPr>
        <p:spPr>
          <a:xfrm>
            <a:off x="4679724" y="3806436"/>
            <a:ext cx="0" cy="699516"/>
          </a:xfrm>
          <a:prstGeom prst="line">
            <a:avLst/>
          </a:prstGeom>
          <a:ln w="57150">
            <a:solidFill>
              <a:srgbClr val="D09E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EBCDAC9-D07F-B87C-B697-D23ADBBB889A}"/>
              </a:ext>
            </a:extLst>
          </p:cNvPr>
          <p:cNvCxnSpPr>
            <a:cxnSpLocks/>
          </p:cNvCxnSpPr>
          <p:nvPr/>
        </p:nvCxnSpPr>
        <p:spPr>
          <a:xfrm>
            <a:off x="4444777" y="3804912"/>
            <a:ext cx="0" cy="701040"/>
          </a:xfrm>
          <a:prstGeom prst="line">
            <a:avLst/>
          </a:prstGeom>
          <a:ln w="57150">
            <a:solidFill>
              <a:srgbClr val="D09E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553C131C-8192-920C-AF7A-61A5B6A9829D}"/>
              </a:ext>
            </a:extLst>
          </p:cNvPr>
          <p:cNvSpPr/>
          <p:nvPr/>
        </p:nvSpPr>
        <p:spPr>
          <a:xfrm>
            <a:off x="4100878" y="4259064"/>
            <a:ext cx="1141413" cy="1630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59AC9266-04A9-3C18-B955-7C087947645A}"/>
              </a:ext>
            </a:extLst>
          </p:cNvPr>
          <p:cNvCxnSpPr>
            <a:cxnSpLocks/>
          </p:cNvCxnSpPr>
          <p:nvPr/>
        </p:nvCxnSpPr>
        <p:spPr>
          <a:xfrm>
            <a:off x="6361300" y="5755366"/>
            <a:ext cx="10564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FFF21DEC-397B-B1F1-19AB-C5CA6D92A165}"/>
              </a:ext>
            </a:extLst>
          </p:cNvPr>
          <p:cNvCxnSpPr>
            <a:cxnSpLocks/>
          </p:cNvCxnSpPr>
          <p:nvPr/>
        </p:nvCxnSpPr>
        <p:spPr>
          <a:xfrm>
            <a:off x="6437402" y="4166005"/>
            <a:ext cx="352636" cy="35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350D9629-A604-8055-E81D-5C254DB01414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2857500" y="6210857"/>
            <a:ext cx="1277441" cy="57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876C1D4C-946A-1B1E-2E6A-B0582FAB4BE3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5106160" y="6206943"/>
            <a:ext cx="1180340" cy="96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9A666347-BA40-B1D0-FFD8-F7DC1B5EC7C1}"/>
              </a:ext>
            </a:extLst>
          </p:cNvPr>
          <p:cNvCxnSpPr>
            <a:cxnSpLocks/>
          </p:cNvCxnSpPr>
          <p:nvPr/>
        </p:nvCxnSpPr>
        <p:spPr>
          <a:xfrm flipV="1">
            <a:off x="6630618" y="4152269"/>
            <a:ext cx="0" cy="5673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2D8B983E-A459-2819-2073-D5494C2E4314}"/>
              </a:ext>
            </a:extLst>
          </p:cNvPr>
          <p:cNvCxnSpPr>
            <a:cxnSpLocks/>
          </p:cNvCxnSpPr>
          <p:nvPr/>
        </p:nvCxnSpPr>
        <p:spPr>
          <a:xfrm>
            <a:off x="6630618" y="5200819"/>
            <a:ext cx="0" cy="5509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87F18A06-DFC6-EC4D-7545-25F76988504E}"/>
              </a:ext>
            </a:extLst>
          </p:cNvPr>
          <p:cNvSpPr txBox="1"/>
          <p:nvPr/>
        </p:nvSpPr>
        <p:spPr>
          <a:xfrm>
            <a:off x="4076182" y="5767195"/>
            <a:ext cx="3773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gnd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EA4033C-0BFE-0BCA-68EF-54C827A9378E}"/>
              </a:ext>
            </a:extLst>
          </p:cNvPr>
          <p:cNvSpPr txBox="1"/>
          <p:nvPr/>
        </p:nvSpPr>
        <p:spPr>
          <a:xfrm>
            <a:off x="4232720" y="3520812"/>
            <a:ext cx="3788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+A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4C03F004-ABAA-0909-B1F0-77F5E251660B}"/>
              </a:ext>
            </a:extLst>
          </p:cNvPr>
          <p:cNvSpPr txBox="1"/>
          <p:nvPr/>
        </p:nvSpPr>
        <p:spPr>
          <a:xfrm>
            <a:off x="4485358" y="3520812"/>
            <a:ext cx="3788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-A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70E97F65-E5CD-9488-C442-3BE26A378BAA}"/>
              </a:ext>
            </a:extLst>
          </p:cNvPr>
          <p:cNvSpPr txBox="1"/>
          <p:nvPr/>
        </p:nvSpPr>
        <p:spPr>
          <a:xfrm>
            <a:off x="3920566" y="3520812"/>
            <a:ext cx="4678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+2.8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2600A631-A542-964A-1C11-A942CC603925}"/>
              </a:ext>
            </a:extLst>
          </p:cNvPr>
          <p:cNvSpPr txBox="1"/>
          <p:nvPr/>
        </p:nvSpPr>
        <p:spPr>
          <a:xfrm>
            <a:off x="4818564" y="3517469"/>
            <a:ext cx="556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gnd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C754791F-27EC-DBCB-B8CE-050F91E6F174}"/>
              </a:ext>
            </a:extLst>
          </p:cNvPr>
          <p:cNvSpPr txBox="1"/>
          <p:nvPr/>
        </p:nvSpPr>
        <p:spPr>
          <a:xfrm>
            <a:off x="4070738" y="3267720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6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540D606A-8060-70DB-78F0-136096A145AD}"/>
              </a:ext>
            </a:extLst>
          </p:cNvPr>
          <p:cNvSpPr txBox="1"/>
          <p:nvPr/>
        </p:nvSpPr>
        <p:spPr>
          <a:xfrm>
            <a:off x="4314818" y="3274649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5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45913A2E-0B4C-9255-7822-F5BD913F43F7}"/>
              </a:ext>
            </a:extLst>
          </p:cNvPr>
          <p:cNvSpPr txBox="1"/>
          <p:nvPr/>
        </p:nvSpPr>
        <p:spPr>
          <a:xfrm>
            <a:off x="4533369" y="3267720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329BDAD0-BC50-5A20-C5D7-ACA80701E93F}"/>
              </a:ext>
            </a:extLst>
          </p:cNvPr>
          <p:cNvSpPr txBox="1"/>
          <p:nvPr/>
        </p:nvSpPr>
        <p:spPr>
          <a:xfrm>
            <a:off x="4774002" y="3267720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DA61A7B4-380D-B1CD-0998-43B5D460226D}"/>
              </a:ext>
            </a:extLst>
          </p:cNvPr>
          <p:cNvSpPr txBox="1"/>
          <p:nvPr/>
        </p:nvSpPr>
        <p:spPr>
          <a:xfrm>
            <a:off x="4995545" y="3267720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8FBBAC90-5575-D731-1602-3BCD7C092CC4}"/>
              </a:ext>
            </a:extLst>
          </p:cNvPr>
          <p:cNvSpPr txBox="1"/>
          <p:nvPr/>
        </p:nvSpPr>
        <p:spPr>
          <a:xfrm>
            <a:off x="3857238" y="3267720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1B245C-60A2-EEF6-2C97-B1E323CA5BB0}"/>
              </a:ext>
            </a:extLst>
          </p:cNvPr>
          <p:cNvSpPr txBox="1"/>
          <p:nvPr/>
        </p:nvSpPr>
        <p:spPr>
          <a:xfrm>
            <a:off x="1642210" y="4974710"/>
            <a:ext cx="9056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/>
              <a:t>width 0.375” (10mm)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0755EE-0F0F-1C69-99E4-0E8ECD03D4F5}"/>
              </a:ext>
            </a:extLst>
          </p:cNvPr>
          <p:cNvSpPr txBox="1"/>
          <p:nvPr/>
        </p:nvSpPr>
        <p:spPr>
          <a:xfrm>
            <a:off x="4442780" y="6091527"/>
            <a:ext cx="6633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(35mm)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B5E8230D-7B5A-4C43-644F-C564588F816C}"/>
              </a:ext>
            </a:extLst>
          </p:cNvPr>
          <p:cNvSpPr txBox="1"/>
          <p:nvPr/>
        </p:nvSpPr>
        <p:spPr>
          <a:xfrm>
            <a:off x="4437181" y="5429253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J3</a:t>
            </a: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8E789C6D-0ED6-A499-14FA-EAC225E66881}"/>
              </a:ext>
            </a:extLst>
          </p:cNvPr>
          <p:cNvSpPr/>
          <p:nvPr/>
        </p:nvSpPr>
        <p:spPr>
          <a:xfrm rot="21171084">
            <a:off x="3389534" y="3204460"/>
            <a:ext cx="521472" cy="386831"/>
          </a:xfrm>
          <a:custGeom>
            <a:avLst/>
            <a:gdLst>
              <a:gd name="connsiteX0" fmla="*/ 0 w 521472"/>
              <a:gd name="connsiteY0" fmla="*/ 0 h 386831"/>
              <a:gd name="connsiteX1" fmla="*/ 251460 w 521472"/>
              <a:gd name="connsiteY1" fmla="*/ 256032 h 386831"/>
              <a:gd name="connsiteX2" fmla="*/ 246888 w 521472"/>
              <a:gd name="connsiteY2" fmla="*/ 128016 h 386831"/>
              <a:gd name="connsiteX3" fmla="*/ 489204 w 521472"/>
              <a:gd name="connsiteY3" fmla="*/ 361188 h 386831"/>
              <a:gd name="connsiteX4" fmla="*/ 512064 w 521472"/>
              <a:gd name="connsiteY4" fmla="*/ 370332 h 386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1472" h="386831">
                <a:moveTo>
                  <a:pt x="0" y="0"/>
                </a:moveTo>
                <a:cubicBezTo>
                  <a:pt x="105156" y="117348"/>
                  <a:pt x="210312" y="234696"/>
                  <a:pt x="251460" y="256032"/>
                </a:cubicBezTo>
                <a:cubicBezTo>
                  <a:pt x="292608" y="277368"/>
                  <a:pt x="207264" y="110490"/>
                  <a:pt x="246888" y="128016"/>
                </a:cubicBezTo>
                <a:cubicBezTo>
                  <a:pt x="286512" y="145542"/>
                  <a:pt x="445008" y="320802"/>
                  <a:pt x="489204" y="361188"/>
                </a:cubicBezTo>
                <a:cubicBezTo>
                  <a:pt x="533400" y="401574"/>
                  <a:pt x="522732" y="385953"/>
                  <a:pt x="512064" y="370332"/>
                </a:cubicBez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3CBCCBE-A3C3-B306-9CBB-8F62C00CCB55}"/>
              </a:ext>
            </a:extLst>
          </p:cNvPr>
          <p:cNvSpPr txBox="1"/>
          <p:nvPr/>
        </p:nvSpPr>
        <p:spPr>
          <a:xfrm>
            <a:off x="2554133" y="3000221"/>
            <a:ext cx="9222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/>
              <a:t>width  0.59”</a:t>
            </a:r>
            <a:br>
              <a:rPr lang="en-US" sz="1000"/>
            </a:br>
            <a:r>
              <a:rPr lang="en-US" sz="1000"/>
              <a:t>(15mm)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0BA1BC7-7FDD-56CD-780E-48A0C7E0BC93}"/>
              </a:ext>
            </a:extLst>
          </p:cNvPr>
          <p:cNvSpPr txBox="1"/>
          <p:nvPr/>
        </p:nvSpPr>
        <p:spPr>
          <a:xfrm>
            <a:off x="6316337" y="4960029"/>
            <a:ext cx="6633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(20mm)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E65F2FE-14D6-EC7C-A4D2-7274877EB8C5}"/>
              </a:ext>
            </a:extLst>
          </p:cNvPr>
          <p:cNvSpPr txBox="1"/>
          <p:nvPr/>
        </p:nvSpPr>
        <p:spPr>
          <a:xfrm>
            <a:off x="5953905" y="4556576"/>
            <a:ext cx="3847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VCC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224E861-3158-B0CC-7789-4722C650D927}"/>
              </a:ext>
            </a:extLst>
          </p:cNvPr>
          <p:cNvSpPr txBox="1"/>
          <p:nvPr/>
        </p:nvSpPr>
        <p:spPr>
          <a:xfrm>
            <a:off x="5959284" y="4750227"/>
            <a:ext cx="32961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+5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1CE8BE1-3449-6A6A-766A-FC05894CAD70}"/>
              </a:ext>
            </a:extLst>
          </p:cNvPr>
          <p:cNvSpPr txBox="1"/>
          <p:nvPr/>
        </p:nvSpPr>
        <p:spPr>
          <a:xfrm>
            <a:off x="5922316" y="4367507"/>
            <a:ext cx="4545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+3.3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5442490-3469-0DB8-7D77-31C0796C1B52}"/>
              </a:ext>
            </a:extLst>
          </p:cNvPr>
          <p:cNvSpPr txBox="1"/>
          <p:nvPr/>
        </p:nvSpPr>
        <p:spPr>
          <a:xfrm>
            <a:off x="6372855" y="3029282"/>
            <a:ext cx="53018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0.812”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4AD8121-B5DB-18A8-2230-2D532222514B}"/>
              </a:ext>
            </a:extLst>
          </p:cNvPr>
          <p:cNvCxnSpPr>
            <a:cxnSpLocks/>
          </p:cNvCxnSpPr>
          <p:nvPr/>
        </p:nvCxnSpPr>
        <p:spPr>
          <a:xfrm flipV="1">
            <a:off x="6630618" y="2250562"/>
            <a:ext cx="0" cy="776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5FE15602-B796-CDB2-2215-40A555A18BA3}"/>
              </a:ext>
            </a:extLst>
          </p:cNvPr>
          <p:cNvCxnSpPr>
            <a:cxnSpLocks/>
          </p:cNvCxnSpPr>
          <p:nvPr/>
        </p:nvCxnSpPr>
        <p:spPr>
          <a:xfrm>
            <a:off x="6637946" y="3397759"/>
            <a:ext cx="0" cy="7406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842A59CB-222B-FF32-B8C9-175BDB001C6D}"/>
              </a:ext>
            </a:extLst>
          </p:cNvPr>
          <p:cNvSpPr txBox="1"/>
          <p:nvPr/>
        </p:nvSpPr>
        <p:spPr>
          <a:xfrm>
            <a:off x="6306255" y="3151033"/>
            <a:ext cx="6633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(20.6mm)</a:t>
            </a: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254FA664-33C6-0C89-8E20-460B3422A923}"/>
              </a:ext>
            </a:extLst>
          </p:cNvPr>
          <p:cNvCxnSpPr>
            <a:cxnSpLocks/>
          </p:cNvCxnSpPr>
          <p:nvPr/>
        </p:nvCxnSpPr>
        <p:spPr>
          <a:xfrm>
            <a:off x="5346513" y="2254144"/>
            <a:ext cx="14695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E66B6C1-5FDB-E070-741C-34173E4853BA}"/>
              </a:ext>
            </a:extLst>
          </p:cNvPr>
          <p:cNvSpPr txBox="1"/>
          <p:nvPr/>
        </p:nvSpPr>
        <p:spPr>
          <a:xfrm>
            <a:off x="4278085" y="5777891"/>
            <a:ext cx="4028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/>
              <a:t>+Vcc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C9530D-9ADB-F827-CA90-F44D36DD2C5F}"/>
              </a:ext>
            </a:extLst>
          </p:cNvPr>
          <p:cNvSpPr txBox="1"/>
          <p:nvPr/>
        </p:nvSpPr>
        <p:spPr>
          <a:xfrm>
            <a:off x="4488888" y="5782674"/>
            <a:ext cx="4398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SDA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7B5943-C3BC-EEB8-5379-A4B062DB5560}"/>
              </a:ext>
            </a:extLst>
          </p:cNvPr>
          <p:cNvSpPr txBox="1"/>
          <p:nvPr/>
        </p:nvSpPr>
        <p:spPr>
          <a:xfrm>
            <a:off x="4704977" y="5782841"/>
            <a:ext cx="4398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SCL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04C2B45-375F-E4CD-28EE-2C5B21E0652A}"/>
              </a:ext>
            </a:extLst>
          </p:cNvPr>
          <p:cNvCxnSpPr>
            <a:cxnSpLocks/>
          </p:cNvCxnSpPr>
          <p:nvPr/>
        </p:nvCxnSpPr>
        <p:spPr>
          <a:xfrm>
            <a:off x="6440294" y="4140501"/>
            <a:ext cx="352636" cy="35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37CC177E-B6F3-9CFB-B878-653EEF839BA4}"/>
              </a:ext>
            </a:extLst>
          </p:cNvPr>
          <p:cNvSpPr/>
          <p:nvPr/>
        </p:nvSpPr>
        <p:spPr>
          <a:xfrm rot="10800000">
            <a:off x="5299121" y="5200563"/>
            <a:ext cx="914400" cy="5507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C96B8CB-897F-A871-9149-B573C0570295}"/>
              </a:ext>
            </a:extLst>
          </p:cNvPr>
          <p:cNvSpPr/>
          <p:nvPr/>
        </p:nvSpPr>
        <p:spPr>
          <a:xfrm rot="10800000">
            <a:off x="6017142" y="5247133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840CD29-BB73-E6E9-EA1F-76527BD1B812}"/>
              </a:ext>
            </a:extLst>
          </p:cNvPr>
          <p:cNvSpPr/>
          <p:nvPr/>
        </p:nvSpPr>
        <p:spPr>
          <a:xfrm rot="10800000">
            <a:off x="5814470" y="5247133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FB74683-E0DC-F9DF-0AB2-CA99BEC79ECD}"/>
              </a:ext>
            </a:extLst>
          </p:cNvPr>
          <p:cNvSpPr/>
          <p:nvPr/>
        </p:nvSpPr>
        <p:spPr>
          <a:xfrm rot="10800000">
            <a:off x="5611798" y="5247133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EF13D1AD-6E02-BDAB-6F64-DF6EAD22495C}"/>
              </a:ext>
            </a:extLst>
          </p:cNvPr>
          <p:cNvSpPr/>
          <p:nvPr/>
        </p:nvSpPr>
        <p:spPr>
          <a:xfrm rot="10800000">
            <a:off x="5409125" y="5247133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7938BF5-2DC9-62E6-6AE0-F4885CB23AA0}"/>
              </a:ext>
            </a:extLst>
          </p:cNvPr>
          <p:cNvSpPr/>
          <p:nvPr/>
        </p:nvSpPr>
        <p:spPr>
          <a:xfrm rot="10800000">
            <a:off x="2932301" y="5200819"/>
            <a:ext cx="914400" cy="5507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098A7EA-4740-3580-9705-45D2A5E791FD}"/>
              </a:ext>
            </a:extLst>
          </p:cNvPr>
          <p:cNvSpPr/>
          <p:nvPr/>
        </p:nvSpPr>
        <p:spPr>
          <a:xfrm rot="10800000">
            <a:off x="3650322" y="5247389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1C4EAE08-A3F1-DE80-9F2C-9ABDB461165E}"/>
              </a:ext>
            </a:extLst>
          </p:cNvPr>
          <p:cNvSpPr/>
          <p:nvPr/>
        </p:nvSpPr>
        <p:spPr>
          <a:xfrm rot="10800000">
            <a:off x="3447650" y="5247389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9B2E3B1-5AB9-8195-19F2-F0E088B58306}"/>
              </a:ext>
            </a:extLst>
          </p:cNvPr>
          <p:cNvSpPr/>
          <p:nvPr/>
        </p:nvSpPr>
        <p:spPr>
          <a:xfrm rot="10800000">
            <a:off x="3244978" y="5247389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8B51901-A189-F853-E464-AC9E8426F627}"/>
              </a:ext>
            </a:extLst>
          </p:cNvPr>
          <p:cNvSpPr/>
          <p:nvPr/>
        </p:nvSpPr>
        <p:spPr>
          <a:xfrm rot="10800000">
            <a:off x="3042305" y="5247389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F57908C-7BB2-8F14-BFE1-E75059074535}"/>
              </a:ext>
            </a:extLst>
          </p:cNvPr>
          <p:cNvSpPr txBox="1"/>
          <p:nvPr/>
        </p:nvSpPr>
        <p:spPr>
          <a:xfrm>
            <a:off x="5611907" y="5429253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J2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ACE626B3-DA36-3FA4-E9E7-F5B82E4D0694}"/>
              </a:ext>
            </a:extLst>
          </p:cNvPr>
          <p:cNvSpPr txBox="1"/>
          <p:nvPr/>
        </p:nvSpPr>
        <p:spPr>
          <a:xfrm>
            <a:off x="5482532" y="5774950"/>
            <a:ext cx="37078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+5v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FCA4B8F4-E2BD-AEC8-0AB8-9CB6875FB3C4}"/>
              </a:ext>
            </a:extLst>
          </p:cNvPr>
          <p:cNvSpPr txBox="1"/>
          <p:nvPr/>
        </p:nvSpPr>
        <p:spPr>
          <a:xfrm>
            <a:off x="5675560" y="5774950"/>
            <a:ext cx="4043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SDA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431B9FBD-DBC8-7827-EAEA-6A305F28E993}"/>
              </a:ext>
            </a:extLst>
          </p:cNvPr>
          <p:cNvSpPr txBox="1"/>
          <p:nvPr/>
        </p:nvSpPr>
        <p:spPr>
          <a:xfrm>
            <a:off x="5881337" y="5774950"/>
            <a:ext cx="4398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SCL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9C309E07-BD5D-40F5-2522-9E8ACDA182CE}"/>
              </a:ext>
            </a:extLst>
          </p:cNvPr>
          <p:cNvSpPr txBox="1"/>
          <p:nvPr/>
        </p:nvSpPr>
        <p:spPr>
          <a:xfrm>
            <a:off x="3239915" y="5455492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J4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B350C786-2AD2-9610-CB2E-A7DE8298A770}"/>
              </a:ext>
            </a:extLst>
          </p:cNvPr>
          <p:cNvSpPr txBox="1"/>
          <p:nvPr/>
        </p:nvSpPr>
        <p:spPr>
          <a:xfrm>
            <a:off x="3557254" y="5781990"/>
            <a:ext cx="3152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-A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0506F576-3B56-C43E-873E-B6EF62B822F8}"/>
              </a:ext>
            </a:extLst>
          </p:cNvPr>
          <p:cNvSpPr txBox="1"/>
          <p:nvPr/>
        </p:nvSpPr>
        <p:spPr>
          <a:xfrm>
            <a:off x="3127768" y="5781990"/>
            <a:ext cx="3204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+A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06C453-6FC4-3F35-B5F9-BBB20B8B11BC}"/>
              </a:ext>
            </a:extLst>
          </p:cNvPr>
          <p:cNvSpPr txBox="1"/>
          <p:nvPr/>
        </p:nvSpPr>
        <p:spPr>
          <a:xfrm>
            <a:off x="2883347" y="5781990"/>
            <a:ext cx="38851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gnd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67328BF-CB9A-72F7-349E-047883185D5E}"/>
              </a:ext>
            </a:extLst>
          </p:cNvPr>
          <p:cNvSpPr txBox="1"/>
          <p:nvPr/>
        </p:nvSpPr>
        <p:spPr>
          <a:xfrm>
            <a:off x="5262913" y="5774950"/>
            <a:ext cx="3773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gnd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280A0B2-8AD5-E1BD-DDB0-640A7FB64D27}"/>
              </a:ext>
            </a:extLst>
          </p:cNvPr>
          <p:cNvSpPr txBox="1"/>
          <p:nvPr/>
        </p:nvSpPr>
        <p:spPr>
          <a:xfrm>
            <a:off x="3304680" y="5781990"/>
            <a:ext cx="3905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gnd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62661E7-B0DC-1F7E-71D3-AFEB3C7EB2F7}"/>
              </a:ext>
            </a:extLst>
          </p:cNvPr>
          <p:cNvCxnSpPr>
            <a:cxnSpLocks/>
          </p:cNvCxnSpPr>
          <p:nvPr/>
        </p:nvCxnSpPr>
        <p:spPr>
          <a:xfrm>
            <a:off x="6293417" y="5884382"/>
            <a:ext cx="0" cy="7386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FEF6B718-C931-6A5A-9C42-72600059DA46}"/>
              </a:ext>
            </a:extLst>
          </p:cNvPr>
          <p:cNvCxnSpPr>
            <a:cxnSpLocks/>
          </p:cNvCxnSpPr>
          <p:nvPr/>
        </p:nvCxnSpPr>
        <p:spPr>
          <a:xfrm>
            <a:off x="2853978" y="5867115"/>
            <a:ext cx="0" cy="7386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5837E66D-3F84-DC9A-0728-EC0DABA16742}"/>
              </a:ext>
            </a:extLst>
          </p:cNvPr>
          <p:cNvSpPr/>
          <p:nvPr/>
        </p:nvSpPr>
        <p:spPr>
          <a:xfrm rot="19420928">
            <a:off x="2471503" y="5092438"/>
            <a:ext cx="396298" cy="577228"/>
          </a:xfrm>
          <a:custGeom>
            <a:avLst/>
            <a:gdLst>
              <a:gd name="connsiteX0" fmla="*/ 0 w 521472"/>
              <a:gd name="connsiteY0" fmla="*/ 0 h 386831"/>
              <a:gd name="connsiteX1" fmla="*/ 251460 w 521472"/>
              <a:gd name="connsiteY1" fmla="*/ 256032 h 386831"/>
              <a:gd name="connsiteX2" fmla="*/ 246888 w 521472"/>
              <a:gd name="connsiteY2" fmla="*/ 128016 h 386831"/>
              <a:gd name="connsiteX3" fmla="*/ 489204 w 521472"/>
              <a:gd name="connsiteY3" fmla="*/ 361188 h 386831"/>
              <a:gd name="connsiteX4" fmla="*/ 512064 w 521472"/>
              <a:gd name="connsiteY4" fmla="*/ 370332 h 386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1472" h="386831">
                <a:moveTo>
                  <a:pt x="0" y="0"/>
                </a:moveTo>
                <a:cubicBezTo>
                  <a:pt x="105156" y="117348"/>
                  <a:pt x="210312" y="234696"/>
                  <a:pt x="251460" y="256032"/>
                </a:cubicBezTo>
                <a:cubicBezTo>
                  <a:pt x="292608" y="277368"/>
                  <a:pt x="207264" y="110490"/>
                  <a:pt x="246888" y="128016"/>
                </a:cubicBezTo>
                <a:cubicBezTo>
                  <a:pt x="286512" y="145542"/>
                  <a:pt x="445008" y="320802"/>
                  <a:pt x="489204" y="361188"/>
                </a:cubicBezTo>
                <a:cubicBezTo>
                  <a:pt x="533400" y="401574"/>
                  <a:pt x="522732" y="385953"/>
                  <a:pt x="512064" y="370332"/>
                </a:cubicBez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AEDFEF9-4145-36B6-5BD4-13610E245369}"/>
              </a:ext>
            </a:extLst>
          </p:cNvPr>
          <p:cNvSpPr txBox="1"/>
          <p:nvPr/>
        </p:nvSpPr>
        <p:spPr>
          <a:xfrm>
            <a:off x="4415136" y="3055611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J5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7ACC62E-1EFA-11BC-22BA-863065941210}"/>
              </a:ext>
            </a:extLst>
          </p:cNvPr>
          <p:cNvSpPr/>
          <p:nvPr/>
        </p:nvSpPr>
        <p:spPr>
          <a:xfrm>
            <a:off x="5899806" y="4833237"/>
            <a:ext cx="127039" cy="1001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03BF0BF-F714-49ED-CD87-15AD9C95AC3F}"/>
              </a:ext>
            </a:extLst>
          </p:cNvPr>
          <p:cNvSpPr/>
          <p:nvPr/>
        </p:nvSpPr>
        <p:spPr>
          <a:xfrm>
            <a:off x="5890102" y="4628028"/>
            <a:ext cx="127039" cy="1001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D4F7430-43B6-2FA2-F946-FFC81C3B2322}"/>
              </a:ext>
            </a:extLst>
          </p:cNvPr>
          <p:cNvSpPr/>
          <p:nvPr/>
        </p:nvSpPr>
        <p:spPr>
          <a:xfrm>
            <a:off x="5889852" y="4433121"/>
            <a:ext cx="127039" cy="1001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ADCE794-84CD-451F-4330-E5D8BA52191E}"/>
              </a:ext>
            </a:extLst>
          </p:cNvPr>
          <p:cNvSpPr/>
          <p:nvPr/>
        </p:nvSpPr>
        <p:spPr>
          <a:xfrm>
            <a:off x="3020853" y="4723505"/>
            <a:ext cx="127039" cy="1001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1A85970-39EA-119A-9886-96E4095AC08F}"/>
              </a:ext>
            </a:extLst>
          </p:cNvPr>
          <p:cNvSpPr/>
          <p:nvPr/>
        </p:nvSpPr>
        <p:spPr>
          <a:xfrm>
            <a:off x="3014086" y="4909954"/>
            <a:ext cx="127039" cy="1001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29DA5BF-E658-B9E6-4E9B-A7996F21299B}"/>
              </a:ext>
            </a:extLst>
          </p:cNvPr>
          <p:cNvSpPr txBox="1"/>
          <p:nvPr/>
        </p:nvSpPr>
        <p:spPr>
          <a:xfrm>
            <a:off x="3055653" y="4750315"/>
            <a:ext cx="4278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GND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C158A34-8387-6972-E11E-EED3B9E3FB4B}"/>
              </a:ext>
            </a:extLst>
          </p:cNvPr>
          <p:cNvSpPr txBox="1"/>
          <p:nvPr/>
        </p:nvSpPr>
        <p:spPr>
          <a:xfrm>
            <a:off x="3015026" y="4963927"/>
            <a:ext cx="7732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AUDIO OUT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CD75037-2967-026B-90E1-98817D574AA4}"/>
              </a:ext>
            </a:extLst>
          </p:cNvPr>
          <p:cNvSpPr txBox="1"/>
          <p:nvPr/>
        </p:nvSpPr>
        <p:spPr>
          <a:xfrm>
            <a:off x="5374256" y="4963927"/>
            <a:ext cx="7732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I2C IN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4A51B2E-B226-DE34-2F16-4479EA39708B}"/>
              </a:ext>
            </a:extLst>
          </p:cNvPr>
          <p:cNvSpPr txBox="1"/>
          <p:nvPr/>
        </p:nvSpPr>
        <p:spPr>
          <a:xfrm>
            <a:off x="4195108" y="4963927"/>
            <a:ext cx="7732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SENSOR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FB8A986-FDA0-2B6E-D55C-548B9E30DB08}"/>
              </a:ext>
            </a:extLst>
          </p:cNvPr>
          <p:cNvSpPr txBox="1"/>
          <p:nvPr/>
        </p:nvSpPr>
        <p:spPr>
          <a:xfrm>
            <a:off x="3619713" y="4231231"/>
            <a:ext cx="55772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MEMS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E2468E0-602A-AE6A-7C7C-20A42938DBDE}"/>
              </a:ext>
            </a:extLst>
          </p:cNvPr>
          <p:cNvSpPr/>
          <p:nvPr/>
        </p:nvSpPr>
        <p:spPr>
          <a:xfrm>
            <a:off x="4154369" y="2866330"/>
            <a:ext cx="176238" cy="17623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D2088FA-10EB-9917-3946-7022C614BFF5}"/>
              </a:ext>
            </a:extLst>
          </p:cNvPr>
          <p:cNvSpPr/>
          <p:nvPr/>
        </p:nvSpPr>
        <p:spPr>
          <a:xfrm>
            <a:off x="4773870" y="2866976"/>
            <a:ext cx="176238" cy="17623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 descr="A close-up of a circuit board&#10;&#10;Description automatically generated">
            <a:extLst>
              <a:ext uri="{FF2B5EF4-FFF2-40B4-BE49-F238E27FC236}">
                <a16:creationId xmlns:a16="http://schemas.microsoft.com/office/drawing/2014/main" id="{A6DC53B0-A90F-2F8C-989F-0985515F4F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584690" y="1275493"/>
            <a:ext cx="1973798" cy="778778"/>
          </a:xfrm>
          <a:prstGeom prst="rect">
            <a:avLst/>
          </a:prstGeom>
        </p:spPr>
      </p:pic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376B8F4-52C6-8A3F-F1F1-DE3884CE297B}"/>
              </a:ext>
            </a:extLst>
          </p:cNvPr>
          <p:cNvCxnSpPr>
            <a:cxnSpLocks/>
          </p:cNvCxnSpPr>
          <p:nvPr/>
        </p:nvCxnSpPr>
        <p:spPr>
          <a:xfrm>
            <a:off x="4805926" y="724941"/>
            <a:ext cx="26118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5D2BA1C4-B7A8-DAD1-662D-7617B8F5B433}"/>
              </a:ext>
            </a:extLst>
          </p:cNvPr>
          <p:cNvSpPr txBox="1"/>
          <p:nvPr/>
        </p:nvSpPr>
        <p:spPr>
          <a:xfrm>
            <a:off x="7013932" y="3031805"/>
            <a:ext cx="53018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2.5”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6689EA22-6490-5916-9E95-C37CC19195F9}"/>
              </a:ext>
            </a:extLst>
          </p:cNvPr>
          <p:cNvCxnSpPr>
            <a:cxnSpLocks/>
            <a:stCxn id="58" idx="0"/>
          </p:cNvCxnSpPr>
          <p:nvPr/>
        </p:nvCxnSpPr>
        <p:spPr>
          <a:xfrm flipH="1" flipV="1">
            <a:off x="7269185" y="724941"/>
            <a:ext cx="9838" cy="23068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7639525-5107-6798-B3AD-989FABE015F6}"/>
              </a:ext>
            </a:extLst>
          </p:cNvPr>
          <p:cNvCxnSpPr>
            <a:cxnSpLocks/>
          </p:cNvCxnSpPr>
          <p:nvPr/>
        </p:nvCxnSpPr>
        <p:spPr>
          <a:xfrm>
            <a:off x="7279022" y="3332610"/>
            <a:ext cx="0" cy="24186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3252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7C450-FC61-70A1-1740-1891FC4D1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0906" y="108614"/>
            <a:ext cx="5225024" cy="476122"/>
          </a:xfrm>
        </p:spPr>
        <p:txBody>
          <a:bodyPr>
            <a:normAutofit/>
          </a:bodyPr>
          <a:lstStyle/>
          <a:p>
            <a:pPr algn="ctr"/>
            <a:r>
              <a:rPr lang="en-US" sz="2400"/>
              <a:t>Probe I/O &amp; </a:t>
            </a:r>
            <a:r>
              <a:rPr lang="en-US" sz="2400" err="1"/>
              <a:t>vreg</a:t>
            </a:r>
            <a:r>
              <a:rPr lang="en-US" sz="2400"/>
              <a:t> layout – dual four-wire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8F2AB9E-60DB-68AC-8758-DEA28F336F9C}"/>
              </a:ext>
            </a:extLst>
          </p:cNvPr>
          <p:cNvSpPr txBox="1"/>
          <p:nvPr/>
        </p:nvSpPr>
        <p:spPr>
          <a:xfrm>
            <a:off x="2491761" y="6584649"/>
            <a:ext cx="44842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Earth Biometrics LLC – Copyright 2023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CED6CDF-2FC7-A490-31CF-71E1D42DC2DC}"/>
              </a:ext>
            </a:extLst>
          </p:cNvPr>
          <p:cNvSpPr txBox="1"/>
          <p:nvPr/>
        </p:nvSpPr>
        <p:spPr>
          <a:xfrm>
            <a:off x="4072370" y="544723"/>
            <a:ext cx="943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err="1"/>
              <a:t>ver</a:t>
            </a:r>
            <a:r>
              <a:rPr lang="en-US" sz="1800"/>
              <a:t> 2.00</a:t>
            </a:r>
            <a:endParaRPr lang="en-US"/>
          </a:p>
        </p:txBody>
      </p:sp>
      <p:sp>
        <p:nvSpPr>
          <p:cNvPr id="146" name="Trapezoid 145">
            <a:extLst>
              <a:ext uri="{FF2B5EF4-FFF2-40B4-BE49-F238E27FC236}">
                <a16:creationId xmlns:a16="http://schemas.microsoft.com/office/drawing/2014/main" id="{2FD5BF67-63DE-FD85-B595-F9F459C3B0FC}"/>
              </a:ext>
            </a:extLst>
          </p:cNvPr>
          <p:cNvSpPr/>
          <p:nvPr/>
        </p:nvSpPr>
        <p:spPr>
          <a:xfrm>
            <a:off x="4187937" y="3575014"/>
            <a:ext cx="726566" cy="283689"/>
          </a:xfrm>
          <a:prstGeom prst="trapezoid">
            <a:avLst/>
          </a:prstGeom>
          <a:solidFill>
            <a:srgbClr val="FFE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0FF061-F54F-B368-0199-9D6EC87F83E7}"/>
              </a:ext>
            </a:extLst>
          </p:cNvPr>
          <p:cNvSpPr/>
          <p:nvPr/>
        </p:nvSpPr>
        <p:spPr>
          <a:xfrm>
            <a:off x="4130082" y="3666628"/>
            <a:ext cx="842277" cy="340990"/>
          </a:xfrm>
          <a:prstGeom prst="rect">
            <a:avLst/>
          </a:prstGeom>
          <a:solidFill>
            <a:srgbClr val="FFE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56DCCF-35DF-28F8-6A1A-A0F911F66925}"/>
              </a:ext>
            </a:extLst>
          </p:cNvPr>
          <p:cNvSpPr/>
          <p:nvPr/>
        </p:nvSpPr>
        <p:spPr>
          <a:xfrm>
            <a:off x="2857329" y="3554729"/>
            <a:ext cx="3429000" cy="17696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930ACE-0327-9B8F-8305-0BB075721C98}"/>
              </a:ext>
            </a:extLst>
          </p:cNvPr>
          <p:cNvSpPr txBox="1"/>
          <p:nvPr/>
        </p:nvSpPr>
        <p:spPr>
          <a:xfrm>
            <a:off x="4136482" y="5804864"/>
            <a:ext cx="54579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1.375”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678427-8545-52A7-E7A7-C088E6217D1F}"/>
              </a:ext>
            </a:extLst>
          </p:cNvPr>
          <p:cNvSpPr txBox="1"/>
          <p:nvPr/>
        </p:nvSpPr>
        <p:spPr>
          <a:xfrm>
            <a:off x="6363067" y="4331980"/>
            <a:ext cx="53018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1.0”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3C131C-8192-920C-AF7A-61A5B6A9829D}"/>
              </a:ext>
            </a:extLst>
          </p:cNvPr>
          <p:cNvSpPr/>
          <p:nvPr/>
        </p:nvSpPr>
        <p:spPr>
          <a:xfrm>
            <a:off x="4002197" y="5038585"/>
            <a:ext cx="1141413" cy="20582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59AC9266-04A9-3C18-B955-7C087947645A}"/>
              </a:ext>
            </a:extLst>
          </p:cNvPr>
          <p:cNvCxnSpPr>
            <a:cxnSpLocks/>
          </p:cNvCxnSpPr>
          <p:nvPr/>
        </p:nvCxnSpPr>
        <p:spPr>
          <a:xfrm>
            <a:off x="6356118" y="5324402"/>
            <a:ext cx="4653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FFF21DEC-397B-B1F1-19AB-C5CA6D92A165}"/>
              </a:ext>
            </a:extLst>
          </p:cNvPr>
          <p:cNvCxnSpPr>
            <a:cxnSpLocks/>
          </p:cNvCxnSpPr>
          <p:nvPr/>
        </p:nvCxnSpPr>
        <p:spPr>
          <a:xfrm>
            <a:off x="6356118" y="3558500"/>
            <a:ext cx="4131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350D9629-A604-8055-E81D-5C254DB01414}"/>
              </a:ext>
            </a:extLst>
          </p:cNvPr>
          <p:cNvCxnSpPr>
            <a:cxnSpLocks/>
          </p:cNvCxnSpPr>
          <p:nvPr/>
        </p:nvCxnSpPr>
        <p:spPr>
          <a:xfrm flipH="1">
            <a:off x="2872202" y="5920280"/>
            <a:ext cx="1277441" cy="57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876C1D4C-946A-1B1E-2E6A-B0582FAB4BE3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5120862" y="5916366"/>
            <a:ext cx="1180340" cy="96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9A666347-BA40-B1D0-FFD8-F7DC1B5EC7C1}"/>
              </a:ext>
            </a:extLst>
          </p:cNvPr>
          <p:cNvCxnSpPr>
            <a:cxnSpLocks/>
          </p:cNvCxnSpPr>
          <p:nvPr/>
        </p:nvCxnSpPr>
        <p:spPr>
          <a:xfrm flipV="1">
            <a:off x="6609838" y="3559022"/>
            <a:ext cx="0" cy="735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2D8B983E-A459-2819-2073-D5494C2E4314}"/>
              </a:ext>
            </a:extLst>
          </p:cNvPr>
          <p:cNvCxnSpPr>
            <a:cxnSpLocks/>
          </p:cNvCxnSpPr>
          <p:nvPr/>
        </p:nvCxnSpPr>
        <p:spPr>
          <a:xfrm>
            <a:off x="6609838" y="4596541"/>
            <a:ext cx="0" cy="7278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597E55-8074-9747-CC20-D3338DE539CE}"/>
              </a:ext>
            </a:extLst>
          </p:cNvPr>
          <p:cNvSpPr txBox="1"/>
          <p:nvPr/>
        </p:nvSpPr>
        <p:spPr>
          <a:xfrm>
            <a:off x="3589642" y="3157264"/>
            <a:ext cx="1861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/>
              <a:t>Molex 0527450697</a:t>
            </a:r>
          </a:p>
          <a:p>
            <a:pPr algn="ctr"/>
            <a:r>
              <a:rPr lang="en-US" sz="900"/>
              <a:t>0.5mm ZIF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0755EE-0F0F-1C69-99E4-0E8ECD03D4F5}"/>
              </a:ext>
            </a:extLst>
          </p:cNvPr>
          <p:cNvSpPr txBox="1"/>
          <p:nvPr/>
        </p:nvSpPr>
        <p:spPr>
          <a:xfrm>
            <a:off x="4457482" y="5800950"/>
            <a:ext cx="6633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(35mm)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B5E8230D-7B5A-4C43-644F-C564588F816C}"/>
              </a:ext>
            </a:extLst>
          </p:cNvPr>
          <p:cNvSpPr txBox="1"/>
          <p:nvPr/>
        </p:nvSpPr>
        <p:spPr>
          <a:xfrm>
            <a:off x="4394455" y="4780922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J3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0BA1BC7-7FDD-56CD-780E-48A0C7E0BC93}"/>
              </a:ext>
            </a:extLst>
          </p:cNvPr>
          <p:cNvSpPr txBox="1"/>
          <p:nvPr/>
        </p:nvSpPr>
        <p:spPr>
          <a:xfrm>
            <a:off x="6671870" y="4320089"/>
            <a:ext cx="6633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(25.4mm)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E65F2FE-14D6-EC7C-A4D2-7274877EB8C5}"/>
              </a:ext>
            </a:extLst>
          </p:cNvPr>
          <p:cNvSpPr txBox="1"/>
          <p:nvPr/>
        </p:nvSpPr>
        <p:spPr>
          <a:xfrm>
            <a:off x="5933125" y="4082643"/>
            <a:ext cx="3847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V</a:t>
            </a:r>
            <a:r>
              <a:rPr lang="en-US" sz="900" baseline="-25000"/>
              <a:t>CC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224E861-3158-B0CC-7789-4722C650D927}"/>
              </a:ext>
            </a:extLst>
          </p:cNvPr>
          <p:cNvSpPr txBox="1"/>
          <p:nvPr/>
        </p:nvSpPr>
        <p:spPr>
          <a:xfrm>
            <a:off x="5938504" y="4276294"/>
            <a:ext cx="32961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+5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1CE8BE1-3449-6A6A-766A-FC05894CAD70}"/>
              </a:ext>
            </a:extLst>
          </p:cNvPr>
          <p:cNvSpPr txBox="1"/>
          <p:nvPr/>
        </p:nvSpPr>
        <p:spPr>
          <a:xfrm>
            <a:off x="5901536" y="3893574"/>
            <a:ext cx="4545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+3.3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F57908C-7BB2-8F14-BFE1-E75059074535}"/>
              </a:ext>
            </a:extLst>
          </p:cNvPr>
          <p:cNvSpPr txBox="1"/>
          <p:nvPr/>
        </p:nvSpPr>
        <p:spPr>
          <a:xfrm>
            <a:off x="5600638" y="4814334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J2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ACE626B3-DA36-3FA4-E9E7-F5B82E4D0694}"/>
              </a:ext>
            </a:extLst>
          </p:cNvPr>
          <p:cNvSpPr txBox="1"/>
          <p:nvPr/>
        </p:nvSpPr>
        <p:spPr>
          <a:xfrm>
            <a:off x="5451141" y="5334223"/>
            <a:ext cx="37078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+5v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FCA4B8F4-E2BD-AEC8-0AB8-9CB6875FB3C4}"/>
              </a:ext>
            </a:extLst>
          </p:cNvPr>
          <p:cNvSpPr txBox="1"/>
          <p:nvPr/>
        </p:nvSpPr>
        <p:spPr>
          <a:xfrm>
            <a:off x="5675389" y="5334223"/>
            <a:ext cx="4043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SDA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431B9FBD-DBC8-7827-EAEA-6A305F28E993}"/>
              </a:ext>
            </a:extLst>
          </p:cNvPr>
          <p:cNvSpPr txBox="1"/>
          <p:nvPr/>
        </p:nvSpPr>
        <p:spPr>
          <a:xfrm>
            <a:off x="5881166" y="5334223"/>
            <a:ext cx="4398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SCL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9C309E07-BD5D-40F5-2522-9E8ACDA182CE}"/>
              </a:ext>
            </a:extLst>
          </p:cNvPr>
          <p:cNvSpPr txBox="1"/>
          <p:nvPr/>
        </p:nvSpPr>
        <p:spPr>
          <a:xfrm>
            <a:off x="3229386" y="4793828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J4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B350C786-2AD2-9610-CB2E-A7DE8298A770}"/>
              </a:ext>
            </a:extLst>
          </p:cNvPr>
          <p:cNvSpPr txBox="1"/>
          <p:nvPr/>
        </p:nvSpPr>
        <p:spPr>
          <a:xfrm>
            <a:off x="3606143" y="5334223"/>
            <a:ext cx="3152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-A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0506F576-3B56-C43E-873E-B6EF62B822F8}"/>
              </a:ext>
            </a:extLst>
          </p:cNvPr>
          <p:cNvSpPr txBox="1"/>
          <p:nvPr/>
        </p:nvSpPr>
        <p:spPr>
          <a:xfrm>
            <a:off x="3149897" y="5334223"/>
            <a:ext cx="3204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+A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06C453-6FC4-3F35-B5F9-BBB20B8B11BC}"/>
              </a:ext>
            </a:extLst>
          </p:cNvPr>
          <p:cNvSpPr txBox="1"/>
          <p:nvPr/>
        </p:nvSpPr>
        <p:spPr>
          <a:xfrm>
            <a:off x="2883176" y="5334223"/>
            <a:ext cx="38851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gnd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67328BF-CB9A-72F7-349E-047883185D5E}"/>
              </a:ext>
            </a:extLst>
          </p:cNvPr>
          <p:cNvSpPr txBox="1"/>
          <p:nvPr/>
        </p:nvSpPr>
        <p:spPr>
          <a:xfrm>
            <a:off x="5218142" y="5334223"/>
            <a:ext cx="3773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gnd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280A0B2-8AD5-E1BD-DDB0-640A7FB64D27}"/>
              </a:ext>
            </a:extLst>
          </p:cNvPr>
          <p:cNvSpPr txBox="1"/>
          <p:nvPr/>
        </p:nvSpPr>
        <p:spPr>
          <a:xfrm>
            <a:off x="3340189" y="5334223"/>
            <a:ext cx="3905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gnd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62661E7-B0DC-1F7E-71D3-AFEB3C7EB2F7}"/>
              </a:ext>
            </a:extLst>
          </p:cNvPr>
          <p:cNvCxnSpPr>
            <a:cxnSpLocks/>
          </p:cNvCxnSpPr>
          <p:nvPr/>
        </p:nvCxnSpPr>
        <p:spPr>
          <a:xfrm>
            <a:off x="6286329" y="5380408"/>
            <a:ext cx="0" cy="7386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FEF6B718-C931-6A5A-9C42-72600059DA46}"/>
              </a:ext>
            </a:extLst>
          </p:cNvPr>
          <p:cNvCxnSpPr>
            <a:cxnSpLocks/>
          </p:cNvCxnSpPr>
          <p:nvPr/>
        </p:nvCxnSpPr>
        <p:spPr>
          <a:xfrm>
            <a:off x="2870583" y="5380408"/>
            <a:ext cx="0" cy="7386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3AEDFEF9-4145-36B6-5BD4-13610E245369}"/>
              </a:ext>
            </a:extLst>
          </p:cNvPr>
          <p:cNvSpPr txBox="1"/>
          <p:nvPr/>
        </p:nvSpPr>
        <p:spPr>
          <a:xfrm>
            <a:off x="4394455" y="3675164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J5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7ACC62E-1EFA-11BC-22BA-863065941210}"/>
              </a:ext>
            </a:extLst>
          </p:cNvPr>
          <p:cNvSpPr/>
          <p:nvPr/>
        </p:nvSpPr>
        <p:spPr>
          <a:xfrm>
            <a:off x="5879026" y="4359304"/>
            <a:ext cx="127039" cy="1001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03BF0BF-F714-49ED-CD87-15AD9C95AC3F}"/>
              </a:ext>
            </a:extLst>
          </p:cNvPr>
          <p:cNvSpPr/>
          <p:nvPr/>
        </p:nvSpPr>
        <p:spPr>
          <a:xfrm>
            <a:off x="5869322" y="4154095"/>
            <a:ext cx="127039" cy="1001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D4F7430-43B6-2FA2-F946-FFC81C3B2322}"/>
              </a:ext>
            </a:extLst>
          </p:cNvPr>
          <p:cNvSpPr/>
          <p:nvPr/>
        </p:nvSpPr>
        <p:spPr>
          <a:xfrm>
            <a:off x="5869072" y="3959188"/>
            <a:ext cx="127039" cy="1001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ADCE794-84CD-451F-4330-E5D8BA52191E}"/>
              </a:ext>
            </a:extLst>
          </p:cNvPr>
          <p:cNvSpPr/>
          <p:nvPr/>
        </p:nvSpPr>
        <p:spPr>
          <a:xfrm>
            <a:off x="3000073" y="4112418"/>
            <a:ext cx="127039" cy="1001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1A85970-39EA-119A-9886-96E4095AC08F}"/>
              </a:ext>
            </a:extLst>
          </p:cNvPr>
          <p:cNvSpPr/>
          <p:nvPr/>
        </p:nvSpPr>
        <p:spPr>
          <a:xfrm>
            <a:off x="2993306" y="4298867"/>
            <a:ext cx="127039" cy="1001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29DA5BF-E658-B9E6-4E9B-A7996F21299B}"/>
              </a:ext>
            </a:extLst>
          </p:cNvPr>
          <p:cNvSpPr txBox="1"/>
          <p:nvPr/>
        </p:nvSpPr>
        <p:spPr>
          <a:xfrm>
            <a:off x="3034873" y="4139228"/>
            <a:ext cx="4278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GND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C158A34-8387-6972-E11E-EED3B9E3FB4B}"/>
              </a:ext>
            </a:extLst>
          </p:cNvPr>
          <p:cNvSpPr txBox="1"/>
          <p:nvPr/>
        </p:nvSpPr>
        <p:spPr>
          <a:xfrm>
            <a:off x="2993306" y="4655848"/>
            <a:ext cx="7732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AUDIO OUT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CD75037-2967-026B-90E1-98817D574AA4}"/>
              </a:ext>
            </a:extLst>
          </p:cNvPr>
          <p:cNvSpPr txBox="1"/>
          <p:nvPr/>
        </p:nvSpPr>
        <p:spPr>
          <a:xfrm>
            <a:off x="5352536" y="4651692"/>
            <a:ext cx="7732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I2C IN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71A7C31-B84D-BEBF-98C4-B1B83710F9CC}"/>
              </a:ext>
            </a:extLst>
          </p:cNvPr>
          <p:cNvSpPr/>
          <p:nvPr/>
        </p:nvSpPr>
        <p:spPr>
          <a:xfrm>
            <a:off x="4048437" y="3744735"/>
            <a:ext cx="79249" cy="2020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53F56A9-EFD6-EE6E-83B0-699E1AE67978}"/>
              </a:ext>
            </a:extLst>
          </p:cNvPr>
          <p:cNvSpPr/>
          <p:nvPr/>
        </p:nvSpPr>
        <p:spPr>
          <a:xfrm>
            <a:off x="4957315" y="3736091"/>
            <a:ext cx="79249" cy="2020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7C00E1A-43F4-EFD8-FE89-6C19E3412902}"/>
              </a:ext>
            </a:extLst>
          </p:cNvPr>
          <p:cNvSpPr txBox="1"/>
          <p:nvPr/>
        </p:nvSpPr>
        <p:spPr>
          <a:xfrm>
            <a:off x="4530185" y="5334223"/>
            <a:ext cx="38851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Gnd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0B76825-4451-C30D-4780-09879A925616}"/>
              </a:ext>
            </a:extLst>
          </p:cNvPr>
          <p:cNvSpPr txBox="1"/>
          <p:nvPr/>
        </p:nvSpPr>
        <p:spPr>
          <a:xfrm>
            <a:off x="4284561" y="5334223"/>
            <a:ext cx="4398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SCL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68DF7A3-1632-7B01-DE55-E9D7C7FE1B34}"/>
              </a:ext>
            </a:extLst>
          </p:cNvPr>
          <p:cNvSpPr txBox="1"/>
          <p:nvPr/>
        </p:nvSpPr>
        <p:spPr>
          <a:xfrm>
            <a:off x="4050055" y="5334223"/>
            <a:ext cx="4043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SDA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650E6929-CE8F-A9D7-A19F-DBA6B147D2C7}"/>
              </a:ext>
            </a:extLst>
          </p:cNvPr>
          <p:cNvSpPr/>
          <p:nvPr/>
        </p:nvSpPr>
        <p:spPr>
          <a:xfrm>
            <a:off x="3106487" y="3686995"/>
            <a:ext cx="176238" cy="17623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FE943511-790D-6A23-75FE-0EBF1D3A2909}"/>
              </a:ext>
            </a:extLst>
          </p:cNvPr>
          <p:cNvSpPr/>
          <p:nvPr/>
        </p:nvSpPr>
        <p:spPr>
          <a:xfrm>
            <a:off x="5840217" y="3686995"/>
            <a:ext cx="176238" cy="17623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CD5BBA5-DE75-2356-7BAD-25B76863ACCC}"/>
              </a:ext>
            </a:extLst>
          </p:cNvPr>
          <p:cNvSpPr txBox="1"/>
          <p:nvPr/>
        </p:nvSpPr>
        <p:spPr>
          <a:xfrm>
            <a:off x="4761265" y="5334223"/>
            <a:ext cx="3847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V</a:t>
            </a:r>
            <a:r>
              <a:rPr lang="en-US" sz="900" baseline="-25000"/>
              <a:t>CC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DD81559-36E7-62E7-40D2-7C6E8FAA9189}"/>
              </a:ext>
            </a:extLst>
          </p:cNvPr>
          <p:cNvSpPr/>
          <p:nvPr/>
        </p:nvSpPr>
        <p:spPr>
          <a:xfrm>
            <a:off x="4187001" y="5107838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2B291180-6358-B3CB-8D92-30BB2C3D004E}"/>
              </a:ext>
            </a:extLst>
          </p:cNvPr>
          <p:cNvSpPr/>
          <p:nvPr/>
        </p:nvSpPr>
        <p:spPr>
          <a:xfrm>
            <a:off x="4421787" y="5107838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209D3E6-7C72-3F3E-099B-C7004AB5C66C}"/>
              </a:ext>
            </a:extLst>
          </p:cNvPr>
          <p:cNvSpPr/>
          <p:nvPr/>
        </p:nvSpPr>
        <p:spPr>
          <a:xfrm>
            <a:off x="4647438" y="5107838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9AEF3D6-4297-01C6-D9B7-9677CB5069C9}"/>
              </a:ext>
            </a:extLst>
          </p:cNvPr>
          <p:cNvSpPr/>
          <p:nvPr/>
        </p:nvSpPr>
        <p:spPr>
          <a:xfrm>
            <a:off x="4877314" y="5107838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58C42B89-0950-4703-8BA0-D8D17517334D}"/>
              </a:ext>
            </a:extLst>
          </p:cNvPr>
          <p:cNvSpPr/>
          <p:nvPr/>
        </p:nvSpPr>
        <p:spPr>
          <a:xfrm>
            <a:off x="3032964" y="5107838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76AF9691-3DD1-AEE9-ECE7-DA13BA66E3C9}"/>
              </a:ext>
            </a:extLst>
          </p:cNvPr>
          <p:cNvSpPr/>
          <p:nvPr/>
        </p:nvSpPr>
        <p:spPr>
          <a:xfrm>
            <a:off x="3267750" y="5107838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4079AF99-D771-E4EA-61EF-30AFF318BCA1}"/>
              </a:ext>
            </a:extLst>
          </p:cNvPr>
          <p:cNvSpPr/>
          <p:nvPr/>
        </p:nvSpPr>
        <p:spPr>
          <a:xfrm>
            <a:off x="3493401" y="5107838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3250D798-7277-809B-D519-407F31A37FFA}"/>
              </a:ext>
            </a:extLst>
          </p:cNvPr>
          <p:cNvSpPr/>
          <p:nvPr/>
        </p:nvSpPr>
        <p:spPr>
          <a:xfrm>
            <a:off x="3723277" y="5107838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85BB3A60-98EC-B0EA-371A-8485178D71BC}"/>
              </a:ext>
            </a:extLst>
          </p:cNvPr>
          <p:cNvSpPr/>
          <p:nvPr/>
        </p:nvSpPr>
        <p:spPr>
          <a:xfrm>
            <a:off x="5352533" y="5107838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4C9B7B96-8776-E311-7489-CEC949859124}"/>
              </a:ext>
            </a:extLst>
          </p:cNvPr>
          <p:cNvSpPr/>
          <p:nvPr/>
        </p:nvSpPr>
        <p:spPr>
          <a:xfrm>
            <a:off x="5587319" y="5107838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ECAC8ABA-7EE1-2C44-A381-163F69BE0EAE}"/>
              </a:ext>
            </a:extLst>
          </p:cNvPr>
          <p:cNvSpPr/>
          <p:nvPr/>
        </p:nvSpPr>
        <p:spPr>
          <a:xfrm>
            <a:off x="5812970" y="5107838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180770F3-48DB-7515-39AA-A07FFA0FC2C1}"/>
              </a:ext>
            </a:extLst>
          </p:cNvPr>
          <p:cNvSpPr/>
          <p:nvPr/>
        </p:nvSpPr>
        <p:spPr>
          <a:xfrm>
            <a:off x="6042846" y="5107838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BFDBF74-F18E-4FB3-28E8-4F2A1E78627E}"/>
              </a:ext>
            </a:extLst>
          </p:cNvPr>
          <p:cNvSpPr txBox="1"/>
          <p:nvPr/>
        </p:nvSpPr>
        <p:spPr>
          <a:xfrm>
            <a:off x="1177650" y="5549696"/>
            <a:ext cx="1371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2.54mm pin spacing,</a:t>
            </a:r>
          </a:p>
          <a:p>
            <a:pPr algn="ctr"/>
            <a:r>
              <a:rPr lang="en-US" sz="1000" dirty="0"/>
              <a:t>J2, J3, J4</a:t>
            </a:r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6C0174B4-6ABA-BDE9-5EBC-7EF3C9E1130F}"/>
              </a:ext>
            </a:extLst>
          </p:cNvPr>
          <p:cNvSpPr/>
          <p:nvPr/>
        </p:nvSpPr>
        <p:spPr>
          <a:xfrm rot="15696683">
            <a:off x="2494625" y="5154442"/>
            <a:ext cx="396298" cy="577228"/>
          </a:xfrm>
          <a:custGeom>
            <a:avLst/>
            <a:gdLst>
              <a:gd name="connsiteX0" fmla="*/ 0 w 521472"/>
              <a:gd name="connsiteY0" fmla="*/ 0 h 386831"/>
              <a:gd name="connsiteX1" fmla="*/ 251460 w 521472"/>
              <a:gd name="connsiteY1" fmla="*/ 256032 h 386831"/>
              <a:gd name="connsiteX2" fmla="*/ 246888 w 521472"/>
              <a:gd name="connsiteY2" fmla="*/ 128016 h 386831"/>
              <a:gd name="connsiteX3" fmla="*/ 489204 w 521472"/>
              <a:gd name="connsiteY3" fmla="*/ 361188 h 386831"/>
              <a:gd name="connsiteX4" fmla="*/ 512064 w 521472"/>
              <a:gd name="connsiteY4" fmla="*/ 370332 h 386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1472" h="386831">
                <a:moveTo>
                  <a:pt x="0" y="0"/>
                </a:moveTo>
                <a:cubicBezTo>
                  <a:pt x="105156" y="117348"/>
                  <a:pt x="210312" y="234696"/>
                  <a:pt x="251460" y="256032"/>
                </a:cubicBezTo>
                <a:cubicBezTo>
                  <a:pt x="292608" y="277368"/>
                  <a:pt x="207264" y="110490"/>
                  <a:pt x="246888" y="128016"/>
                </a:cubicBezTo>
                <a:cubicBezTo>
                  <a:pt x="286512" y="145542"/>
                  <a:pt x="445008" y="320802"/>
                  <a:pt x="489204" y="361188"/>
                </a:cubicBezTo>
                <a:cubicBezTo>
                  <a:pt x="533400" y="401574"/>
                  <a:pt x="522732" y="385953"/>
                  <a:pt x="512064" y="370332"/>
                </a:cubicBez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32910119-CF72-D684-A04E-DF0ED663642F}"/>
              </a:ext>
            </a:extLst>
          </p:cNvPr>
          <p:cNvCxnSpPr>
            <a:cxnSpLocks/>
          </p:cNvCxnSpPr>
          <p:nvPr/>
        </p:nvCxnSpPr>
        <p:spPr>
          <a:xfrm>
            <a:off x="3198166" y="2872554"/>
            <a:ext cx="0" cy="10867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A007996F-7B0F-8015-F33B-3B5BBE207CDC}"/>
              </a:ext>
            </a:extLst>
          </p:cNvPr>
          <p:cNvCxnSpPr>
            <a:cxnSpLocks/>
          </p:cNvCxnSpPr>
          <p:nvPr/>
        </p:nvCxnSpPr>
        <p:spPr>
          <a:xfrm>
            <a:off x="5935089" y="2863634"/>
            <a:ext cx="0" cy="10718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3F740E25-08D4-D6C8-F506-E4332945A750}"/>
              </a:ext>
            </a:extLst>
          </p:cNvPr>
          <p:cNvSpPr txBox="1"/>
          <p:nvPr/>
        </p:nvSpPr>
        <p:spPr>
          <a:xfrm>
            <a:off x="3998555" y="2911328"/>
            <a:ext cx="54579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1.0”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58A854E0-78A4-E22D-0723-929DD2B8D310}"/>
              </a:ext>
            </a:extLst>
          </p:cNvPr>
          <p:cNvCxnSpPr>
            <a:cxnSpLocks/>
          </p:cNvCxnSpPr>
          <p:nvPr/>
        </p:nvCxnSpPr>
        <p:spPr>
          <a:xfrm flipH="1">
            <a:off x="3198166" y="3026744"/>
            <a:ext cx="9295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5D1CB397-8806-F45F-2F5D-1A69C0C766C5}"/>
              </a:ext>
            </a:extLst>
          </p:cNvPr>
          <p:cNvCxnSpPr>
            <a:cxnSpLocks/>
            <a:stCxn id="94" idx="3"/>
          </p:cNvCxnSpPr>
          <p:nvPr/>
        </p:nvCxnSpPr>
        <p:spPr>
          <a:xfrm>
            <a:off x="4982935" y="3022830"/>
            <a:ext cx="9501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78F6AFD1-260B-7206-E2FA-7BD0E3A1126E}"/>
              </a:ext>
            </a:extLst>
          </p:cNvPr>
          <p:cNvSpPr txBox="1"/>
          <p:nvPr/>
        </p:nvSpPr>
        <p:spPr>
          <a:xfrm>
            <a:off x="4319555" y="2907414"/>
            <a:ext cx="6633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(25.4mm)</a:t>
            </a: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D575945D-F9CD-EAB9-522F-CA49695A817A}"/>
              </a:ext>
            </a:extLst>
          </p:cNvPr>
          <p:cNvCxnSpPr>
            <a:cxnSpLocks/>
          </p:cNvCxnSpPr>
          <p:nvPr/>
        </p:nvCxnSpPr>
        <p:spPr>
          <a:xfrm>
            <a:off x="2378340" y="3777811"/>
            <a:ext cx="99722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7278FB08-D761-E3CE-89DC-A19D2A6C4F04}"/>
              </a:ext>
            </a:extLst>
          </p:cNvPr>
          <p:cNvCxnSpPr>
            <a:cxnSpLocks/>
          </p:cNvCxnSpPr>
          <p:nvPr/>
        </p:nvCxnSpPr>
        <p:spPr>
          <a:xfrm>
            <a:off x="2378340" y="3554729"/>
            <a:ext cx="4192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901AF761-1C76-E210-4620-BC87A8D404E8}"/>
              </a:ext>
            </a:extLst>
          </p:cNvPr>
          <p:cNvCxnSpPr>
            <a:cxnSpLocks/>
          </p:cNvCxnSpPr>
          <p:nvPr/>
        </p:nvCxnSpPr>
        <p:spPr>
          <a:xfrm>
            <a:off x="2547085" y="3193709"/>
            <a:ext cx="0" cy="361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A534E5D0-748A-975B-2998-8756507C7CEF}"/>
              </a:ext>
            </a:extLst>
          </p:cNvPr>
          <p:cNvCxnSpPr>
            <a:cxnSpLocks/>
          </p:cNvCxnSpPr>
          <p:nvPr/>
        </p:nvCxnSpPr>
        <p:spPr>
          <a:xfrm flipV="1">
            <a:off x="2547085" y="3777811"/>
            <a:ext cx="0" cy="3599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F95BF0F-37A2-9B75-19AF-73DD34374913}"/>
              </a:ext>
            </a:extLst>
          </p:cNvPr>
          <p:cNvSpPr txBox="1"/>
          <p:nvPr/>
        </p:nvSpPr>
        <p:spPr>
          <a:xfrm>
            <a:off x="2197701" y="3558500"/>
            <a:ext cx="6633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4mm</a:t>
            </a:r>
          </a:p>
        </p:txBody>
      </p:sp>
    </p:spTree>
    <p:extLst>
      <p:ext uri="{BB962C8B-B14F-4D97-AF65-F5344CB8AC3E}">
        <p14:creationId xmlns:p14="http://schemas.microsoft.com/office/powerpoint/2010/main" val="1526442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7C450-FC61-70A1-1740-1891FC4D1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0906" y="108614"/>
            <a:ext cx="5225024" cy="476122"/>
          </a:xfrm>
        </p:spPr>
        <p:txBody>
          <a:bodyPr>
            <a:normAutofit/>
          </a:bodyPr>
          <a:lstStyle/>
          <a:p>
            <a:pPr algn="ctr"/>
            <a:r>
              <a:rPr lang="en-US" sz="2400"/>
              <a:t>Probe I/O &amp; </a:t>
            </a:r>
            <a:r>
              <a:rPr lang="en-US" sz="2400" err="1"/>
              <a:t>vreg</a:t>
            </a:r>
            <a:r>
              <a:rPr lang="en-US" sz="2400"/>
              <a:t> layout – dual four-wire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8F2AB9E-60DB-68AC-8758-DEA28F336F9C}"/>
              </a:ext>
            </a:extLst>
          </p:cNvPr>
          <p:cNvSpPr txBox="1"/>
          <p:nvPr/>
        </p:nvSpPr>
        <p:spPr>
          <a:xfrm>
            <a:off x="2491761" y="6584649"/>
            <a:ext cx="44842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Earth Biometrics LLC – Copyright 2023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CED6CDF-2FC7-A490-31CF-71E1D42DC2DC}"/>
              </a:ext>
            </a:extLst>
          </p:cNvPr>
          <p:cNvSpPr txBox="1"/>
          <p:nvPr/>
        </p:nvSpPr>
        <p:spPr>
          <a:xfrm>
            <a:off x="4072370" y="544723"/>
            <a:ext cx="943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err="1"/>
              <a:t>ver</a:t>
            </a:r>
            <a:r>
              <a:rPr lang="en-US" sz="1800"/>
              <a:t> 2.00</a:t>
            </a: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56DCCF-35DF-28F8-6A1A-A0F911F66925}"/>
              </a:ext>
            </a:extLst>
          </p:cNvPr>
          <p:cNvSpPr/>
          <p:nvPr/>
        </p:nvSpPr>
        <p:spPr>
          <a:xfrm>
            <a:off x="2857500" y="3554730"/>
            <a:ext cx="3429000" cy="17714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678427-8545-52A7-E7A7-C088E6217D1F}"/>
              </a:ext>
            </a:extLst>
          </p:cNvPr>
          <p:cNvSpPr txBox="1"/>
          <p:nvPr/>
        </p:nvSpPr>
        <p:spPr>
          <a:xfrm>
            <a:off x="6383745" y="4237550"/>
            <a:ext cx="53018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1.0”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3C131C-8192-920C-AF7A-61A5B6A9829D}"/>
              </a:ext>
            </a:extLst>
          </p:cNvPr>
          <p:cNvSpPr/>
          <p:nvPr/>
        </p:nvSpPr>
        <p:spPr>
          <a:xfrm>
            <a:off x="3981588" y="5057343"/>
            <a:ext cx="1141413" cy="20582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59AC9266-04A9-3C18-B955-7C087947645A}"/>
              </a:ext>
            </a:extLst>
          </p:cNvPr>
          <p:cNvCxnSpPr>
            <a:cxnSpLocks/>
          </p:cNvCxnSpPr>
          <p:nvPr/>
        </p:nvCxnSpPr>
        <p:spPr>
          <a:xfrm>
            <a:off x="6361300" y="5331307"/>
            <a:ext cx="4653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FFF21DEC-397B-B1F1-19AB-C5CA6D92A165}"/>
              </a:ext>
            </a:extLst>
          </p:cNvPr>
          <p:cNvCxnSpPr>
            <a:cxnSpLocks/>
          </p:cNvCxnSpPr>
          <p:nvPr/>
        </p:nvCxnSpPr>
        <p:spPr>
          <a:xfrm>
            <a:off x="6437402" y="3554918"/>
            <a:ext cx="352636" cy="35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9A666347-BA40-B1D0-FFD8-F7DC1B5EC7C1}"/>
              </a:ext>
            </a:extLst>
          </p:cNvPr>
          <p:cNvCxnSpPr>
            <a:cxnSpLocks/>
          </p:cNvCxnSpPr>
          <p:nvPr/>
        </p:nvCxnSpPr>
        <p:spPr>
          <a:xfrm flipV="1">
            <a:off x="6630618" y="3541182"/>
            <a:ext cx="0" cy="5673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2D8B983E-A459-2819-2073-D5494C2E4314}"/>
              </a:ext>
            </a:extLst>
          </p:cNvPr>
          <p:cNvCxnSpPr>
            <a:cxnSpLocks/>
          </p:cNvCxnSpPr>
          <p:nvPr/>
        </p:nvCxnSpPr>
        <p:spPr>
          <a:xfrm>
            <a:off x="6630618" y="4776760"/>
            <a:ext cx="0" cy="5509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597E55-8074-9747-CC20-D3338DE539CE}"/>
              </a:ext>
            </a:extLst>
          </p:cNvPr>
          <p:cNvSpPr txBox="1"/>
          <p:nvPr/>
        </p:nvSpPr>
        <p:spPr>
          <a:xfrm>
            <a:off x="2879066" y="2937627"/>
            <a:ext cx="1251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/>
              <a:t>Molex 0527450697</a:t>
            </a:r>
          </a:p>
          <a:p>
            <a:pPr algn="ctr"/>
            <a:r>
              <a:rPr lang="en-US" sz="900" dirty="0"/>
              <a:t>0.5mm ZIF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B5E8230D-7B5A-4C43-644F-C564588F816C}"/>
              </a:ext>
            </a:extLst>
          </p:cNvPr>
          <p:cNvSpPr txBox="1"/>
          <p:nvPr/>
        </p:nvSpPr>
        <p:spPr>
          <a:xfrm>
            <a:off x="4396751" y="4767888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J3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0BA1BC7-7FDD-56CD-780E-48A0C7E0BC93}"/>
              </a:ext>
            </a:extLst>
          </p:cNvPr>
          <p:cNvSpPr txBox="1"/>
          <p:nvPr/>
        </p:nvSpPr>
        <p:spPr>
          <a:xfrm>
            <a:off x="6692548" y="4225659"/>
            <a:ext cx="6633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(25.4mm)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E65F2FE-14D6-EC7C-A4D2-7274877EB8C5}"/>
              </a:ext>
            </a:extLst>
          </p:cNvPr>
          <p:cNvSpPr txBox="1"/>
          <p:nvPr/>
        </p:nvSpPr>
        <p:spPr>
          <a:xfrm>
            <a:off x="5953905" y="4074325"/>
            <a:ext cx="3847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V</a:t>
            </a:r>
            <a:r>
              <a:rPr lang="en-US" sz="900" baseline="-25000"/>
              <a:t>CC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224E861-3158-B0CC-7789-4722C650D927}"/>
              </a:ext>
            </a:extLst>
          </p:cNvPr>
          <p:cNvSpPr txBox="1"/>
          <p:nvPr/>
        </p:nvSpPr>
        <p:spPr>
          <a:xfrm>
            <a:off x="5959284" y="4267976"/>
            <a:ext cx="32961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+5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1CE8BE1-3449-6A6A-766A-FC05894CAD70}"/>
              </a:ext>
            </a:extLst>
          </p:cNvPr>
          <p:cNvSpPr txBox="1"/>
          <p:nvPr/>
        </p:nvSpPr>
        <p:spPr>
          <a:xfrm>
            <a:off x="5922316" y="3885256"/>
            <a:ext cx="4545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+3.3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5442490-3469-0DB8-7D77-31C0796C1B52}"/>
              </a:ext>
            </a:extLst>
          </p:cNvPr>
          <p:cNvSpPr txBox="1"/>
          <p:nvPr/>
        </p:nvSpPr>
        <p:spPr>
          <a:xfrm>
            <a:off x="6358000" y="2692343"/>
            <a:ext cx="53018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0875”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4AD8121-B5DB-18A8-2230-2D532222514B}"/>
              </a:ext>
            </a:extLst>
          </p:cNvPr>
          <p:cNvCxnSpPr>
            <a:cxnSpLocks/>
          </p:cNvCxnSpPr>
          <p:nvPr/>
        </p:nvCxnSpPr>
        <p:spPr>
          <a:xfrm flipV="1">
            <a:off x="6630618" y="1990027"/>
            <a:ext cx="0" cy="5382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5FE15602-B796-CDB2-2215-40A555A18BA3}"/>
              </a:ext>
            </a:extLst>
          </p:cNvPr>
          <p:cNvCxnSpPr>
            <a:cxnSpLocks/>
          </p:cNvCxnSpPr>
          <p:nvPr/>
        </p:nvCxnSpPr>
        <p:spPr>
          <a:xfrm>
            <a:off x="6637946" y="3050974"/>
            <a:ext cx="0" cy="4763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842A59CB-222B-FF32-B8C9-175BDB001C6D}"/>
              </a:ext>
            </a:extLst>
          </p:cNvPr>
          <p:cNvSpPr txBox="1"/>
          <p:nvPr/>
        </p:nvSpPr>
        <p:spPr>
          <a:xfrm>
            <a:off x="6692548" y="2686199"/>
            <a:ext cx="6633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(22 mm)</a:t>
            </a: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254FA664-33C6-0C89-8E20-460B3422A923}"/>
              </a:ext>
            </a:extLst>
          </p:cNvPr>
          <p:cNvCxnSpPr>
            <a:cxnSpLocks/>
          </p:cNvCxnSpPr>
          <p:nvPr/>
        </p:nvCxnSpPr>
        <p:spPr>
          <a:xfrm>
            <a:off x="4821161" y="2009061"/>
            <a:ext cx="20927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04C2B45-375F-E4CD-28EE-2C5B21E0652A}"/>
              </a:ext>
            </a:extLst>
          </p:cNvPr>
          <p:cNvCxnSpPr>
            <a:cxnSpLocks/>
          </p:cNvCxnSpPr>
          <p:nvPr/>
        </p:nvCxnSpPr>
        <p:spPr>
          <a:xfrm>
            <a:off x="6440294" y="3529414"/>
            <a:ext cx="352636" cy="35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4F57908C-7BB2-8F14-BFE1-E75059074535}"/>
              </a:ext>
            </a:extLst>
          </p:cNvPr>
          <p:cNvSpPr txBox="1"/>
          <p:nvPr/>
        </p:nvSpPr>
        <p:spPr>
          <a:xfrm>
            <a:off x="5568431" y="4818679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J2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ACE626B3-DA36-3FA4-E9E7-F5B82E4D0694}"/>
              </a:ext>
            </a:extLst>
          </p:cNvPr>
          <p:cNvSpPr txBox="1"/>
          <p:nvPr/>
        </p:nvSpPr>
        <p:spPr>
          <a:xfrm>
            <a:off x="5482532" y="5350891"/>
            <a:ext cx="37078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+5v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FCA4B8F4-E2BD-AEC8-0AB8-9CB6875FB3C4}"/>
              </a:ext>
            </a:extLst>
          </p:cNvPr>
          <p:cNvSpPr txBox="1"/>
          <p:nvPr/>
        </p:nvSpPr>
        <p:spPr>
          <a:xfrm>
            <a:off x="5675560" y="5350891"/>
            <a:ext cx="4043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SDA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431B9FBD-DBC8-7827-EAEA-6A305F28E993}"/>
              </a:ext>
            </a:extLst>
          </p:cNvPr>
          <p:cNvSpPr txBox="1"/>
          <p:nvPr/>
        </p:nvSpPr>
        <p:spPr>
          <a:xfrm>
            <a:off x="5881337" y="5350891"/>
            <a:ext cx="4398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SCL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9C309E07-BD5D-40F5-2522-9E8ACDA182CE}"/>
              </a:ext>
            </a:extLst>
          </p:cNvPr>
          <p:cNvSpPr txBox="1"/>
          <p:nvPr/>
        </p:nvSpPr>
        <p:spPr>
          <a:xfrm>
            <a:off x="3244348" y="4838841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J4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B350C786-2AD2-9610-CB2E-A7DE8298A770}"/>
              </a:ext>
            </a:extLst>
          </p:cNvPr>
          <p:cNvSpPr txBox="1"/>
          <p:nvPr/>
        </p:nvSpPr>
        <p:spPr>
          <a:xfrm>
            <a:off x="3557254" y="5357931"/>
            <a:ext cx="3152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-A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0506F576-3B56-C43E-873E-B6EF62B822F8}"/>
              </a:ext>
            </a:extLst>
          </p:cNvPr>
          <p:cNvSpPr txBox="1"/>
          <p:nvPr/>
        </p:nvSpPr>
        <p:spPr>
          <a:xfrm>
            <a:off x="3127768" y="5357931"/>
            <a:ext cx="3204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+A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06C453-6FC4-3F35-B5F9-BBB20B8B11BC}"/>
              </a:ext>
            </a:extLst>
          </p:cNvPr>
          <p:cNvSpPr txBox="1"/>
          <p:nvPr/>
        </p:nvSpPr>
        <p:spPr>
          <a:xfrm>
            <a:off x="2883347" y="5357931"/>
            <a:ext cx="38851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gnd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67328BF-CB9A-72F7-349E-047883185D5E}"/>
              </a:ext>
            </a:extLst>
          </p:cNvPr>
          <p:cNvSpPr txBox="1"/>
          <p:nvPr/>
        </p:nvSpPr>
        <p:spPr>
          <a:xfrm>
            <a:off x="5262913" y="5350891"/>
            <a:ext cx="3773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gnd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280A0B2-8AD5-E1BD-DDB0-640A7FB64D27}"/>
              </a:ext>
            </a:extLst>
          </p:cNvPr>
          <p:cNvSpPr txBox="1"/>
          <p:nvPr/>
        </p:nvSpPr>
        <p:spPr>
          <a:xfrm>
            <a:off x="3304680" y="5357931"/>
            <a:ext cx="3905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gnd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62661E7-B0DC-1F7E-71D3-AFEB3C7EB2F7}"/>
              </a:ext>
            </a:extLst>
          </p:cNvPr>
          <p:cNvCxnSpPr>
            <a:cxnSpLocks/>
          </p:cNvCxnSpPr>
          <p:nvPr/>
        </p:nvCxnSpPr>
        <p:spPr>
          <a:xfrm>
            <a:off x="6293417" y="5460323"/>
            <a:ext cx="0" cy="7386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FEF6B718-C931-6A5A-9C42-72600059DA46}"/>
              </a:ext>
            </a:extLst>
          </p:cNvPr>
          <p:cNvCxnSpPr>
            <a:cxnSpLocks/>
          </p:cNvCxnSpPr>
          <p:nvPr/>
        </p:nvCxnSpPr>
        <p:spPr>
          <a:xfrm>
            <a:off x="2853978" y="5443056"/>
            <a:ext cx="0" cy="7386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3AEDFEF9-4145-36B6-5BD4-13610E245369}"/>
              </a:ext>
            </a:extLst>
          </p:cNvPr>
          <p:cNvSpPr txBox="1"/>
          <p:nvPr/>
        </p:nvSpPr>
        <p:spPr>
          <a:xfrm>
            <a:off x="4727484" y="3271989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J5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7ACC62E-1EFA-11BC-22BA-863065941210}"/>
              </a:ext>
            </a:extLst>
          </p:cNvPr>
          <p:cNvSpPr/>
          <p:nvPr/>
        </p:nvSpPr>
        <p:spPr>
          <a:xfrm>
            <a:off x="5899806" y="4350986"/>
            <a:ext cx="127039" cy="1001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03BF0BF-F714-49ED-CD87-15AD9C95AC3F}"/>
              </a:ext>
            </a:extLst>
          </p:cNvPr>
          <p:cNvSpPr/>
          <p:nvPr/>
        </p:nvSpPr>
        <p:spPr>
          <a:xfrm>
            <a:off x="5890102" y="4145777"/>
            <a:ext cx="127039" cy="1001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D4F7430-43B6-2FA2-F946-FFC81C3B2322}"/>
              </a:ext>
            </a:extLst>
          </p:cNvPr>
          <p:cNvSpPr/>
          <p:nvPr/>
        </p:nvSpPr>
        <p:spPr>
          <a:xfrm>
            <a:off x="5889852" y="3950870"/>
            <a:ext cx="127039" cy="1001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ADCE794-84CD-451F-4330-E5D8BA52191E}"/>
              </a:ext>
            </a:extLst>
          </p:cNvPr>
          <p:cNvSpPr/>
          <p:nvPr/>
        </p:nvSpPr>
        <p:spPr>
          <a:xfrm>
            <a:off x="3020853" y="4112418"/>
            <a:ext cx="127039" cy="1001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1A85970-39EA-119A-9886-96E4095AC08F}"/>
              </a:ext>
            </a:extLst>
          </p:cNvPr>
          <p:cNvSpPr/>
          <p:nvPr/>
        </p:nvSpPr>
        <p:spPr>
          <a:xfrm>
            <a:off x="3014086" y="4298867"/>
            <a:ext cx="127039" cy="1001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29DA5BF-E658-B9E6-4E9B-A7996F21299B}"/>
              </a:ext>
            </a:extLst>
          </p:cNvPr>
          <p:cNvSpPr txBox="1"/>
          <p:nvPr/>
        </p:nvSpPr>
        <p:spPr>
          <a:xfrm>
            <a:off x="3055653" y="4139228"/>
            <a:ext cx="4278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GND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C158A34-8387-6972-E11E-EED3B9E3FB4B}"/>
              </a:ext>
            </a:extLst>
          </p:cNvPr>
          <p:cNvSpPr txBox="1"/>
          <p:nvPr/>
        </p:nvSpPr>
        <p:spPr>
          <a:xfrm>
            <a:off x="3012256" y="4661344"/>
            <a:ext cx="7732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AUDIO OUT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CD75037-2967-026B-90E1-98817D574AA4}"/>
              </a:ext>
            </a:extLst>
          </p:cNvPr>
          <p:cNvSpPr txBox="1"/>
          <p:nvPr/>
        </p:nvSpPr>
        <p:spPr>
          <a:xfrm>
            <a:off x="5325502" y="4660240"/>
            <a:ext cx="7732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I2C IN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5216558-AF75-2AE2-E32A-C9AA247F3843}"/>
              </a:ext>
            </a:extLst>
          </p:cNvPr>
          <p:cNvSpPr/>
          <p:nvPr/>
        </p:nvSpPr>
        <p:spPr>
          <a:xfrm>
            <a:off x="4164701" y="5122012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95FCE2F-D429-2782-B657-60B44777B526}"/>
              </a:ext>
            </a:extLst>
          </p:cNvPr>
          <p:cNvSpPr/>
          <p:nvPr/>
        </p:nvSpPr>
        <p:spPr>
          <a:xfrm>
            <a:off x="4399487" y="5122012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70A87AC-977C-D17D-3FC1-3A8F60A7B1E2}"/>
              </a:ext>
            </a:extLst>
          </p:cNvPr>
          <p:cNvSpPr/>
          <p:nvPr/>
        </p:nvSpPr>
        <p:spPr>
          <a:xfrm>
            <a:off x="4625138" y="5126245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F9BC41A-CDC9-9662-07FC-075E52B1F62D}"/>
              </a:ext>
            </a:extLst>
          </p:cNvPr>
          <p:cNvSpPr/>
          <p:nvPr/>
        </p:nvSpPr>
        <p:spPr>
          <a:xfrm>
            <a:off x="4855014" y="5122012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5" name="Picture 64" descr="A purple circuit board with white text&#10;&#10;Description automatically generated">
            <a:extLst>
              <a:ext uri="{FF2B5EF4-FFF2-40B4-BE49-F238E27FC236}">
                <a16:creationId xmlns:a16="http://schemas.microsoft.com/office/drawing/2014/main" id="{D3F83541-A4EC-E85B-9B12-639FB8C1F6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5465" y="5011246"/>
            <a:ext cx="1031904" cy="1270034"/>
          </a:xfrm>
          <a:prstGeom prst="rect">
            <a:avLst/>
          </a:prstGeom>
        </p:spPr>
      </p:pic>
      <p:pic>
        <p:nvPicPr>
          <p:cNvPr id="21" name="Picture 20" descr="A close-up of a circuit board&#10;&#10;Description automatically generated">
            <a:extLst>
              <a:ext uri="{FF2B5EF4-FFF2-40B4-BE49-F238E27FC236}">
                <a16:creationId xmlns:a16="http://schemas.microsoft.com/office/drawing/2014/main" id="{0B70FC49-D95F-F48D-85D4-BED46B6F8D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596181" y="2587537"/>
            <a:ext cx="1973798" cy="778778"/>
          </a:xfrm>
          <a:prstGeom prst="rect">
            <a:avLst/>
          </a:prstGeom>
        </p:spPr>
      </p:pic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CA95137F-2D0F-F7B5-B455-ED4AC6A0C609}"/>
              </a:ext>
            </a:extLst>
          </p:cNvPr>
          <p:cNvSpPr/>
          <p:nvPr/>
        </p:nvSpPr>
        <p:spPr>
          <a:xfrm rot="20296478">
            <a:off x="3611860" y="3166839"/>
            <a:ext cx="454285" cy="734501"/>
          </a:xfrm>
          <a:custGeom>
            <a:avLst/>
            <a:gdLst>
              <a:gd name="connsiteX0" fmla="*/ 0 w 521472"/>
              <a:gd name="connsiteY0" fmla="*/ 0 h 386831"/>
              <a:gd name="connsiteX1" fmla="*/ 251460 w 521472"/>
              <a:gd name="connsiteY1" fmla="*/ 256032 h 386831"/>
              <a:gd name="connsiteX2" fmla="*/ 246888 w 521472"/>
              <a:gd name="connsiteY2" fmla="*/ 128016 h 386831"/>
              <a:gd name="connsiteX3" fmla="*/ 489204 w 521472"/>
              <a:gd name="connsiteY3" fmla="*/ 361188 h 386831"/>
              <a:gd name="connsiteX4" fmla="*/ 512064 w 521472"/>
              <a:gd name="connsiteY4" fmla="*/ 370332 h 386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1472" h="386831">
                <a:moveTo>
                  <a:pt x="0" y="0"/>
                </a:moveTo>
                <a:cubicBezTo>
                  <a:pt x="105156" y="117348"/>
                  <a:pt x="210312" y="234696"/>
                  <a:pt x="251460" y="256032"/>
                </a:cubicBezTo>
                <a:cubicBezTo>
                  <a:pt x="292608" y="277368"/>
                  <a:pt x="207264" y="110490"/>
                  <a:pt x="246888" y="128016"/>
                </a:cubicBezTo>
                <a:cubicBezTo>
                  <a:pt x="286512" y="145542"/>
                  <a:pt x="445008" y="320802"/>
                  <a:pt x="489204" y="361188"/>
                </a:cubicBezTo>
                <a:cubicBezTo>
                  <a:pt x="533400" y="401574"/>
                  <a:pt x="522732" y="385953"/>
                  <a:pt x="512064" y="370332"/>
                </a:cubicBez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A263332-F35F-8F3D-1FD4-FED6C17AC04E}"/>
              </a:ext>
            </a:extLst>
          </p:cNvPr>
          <p:cNvSpPr/>
          <p:nvPr/>
        </p:nvSpPr>
        <p:spPr>
          <a:xfrm>
            <a:off x="3000246" y="3682051"/>
            <a:ext cx="176238" cy="17623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3264189-8790-DC7B-D266-DB63D15FCA8C}"/>
              </a:ext>
            </a:extLst>
          </p:cNvPr>
          <p:cNvSpPr/>
          <p:nvPr/>
        </p:nvSpPr>
        <p:spPr>
          <a:xfrm>
            <a:off x="5959665" y="3669100"/>
            <a:ext cx="176238" cy="17623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9BAF2A1-92CB-479A-BBB2-BA2967D739DF}"/>
              </a:ext>
            </a:extLst>
          </p:cNvPr>
          <p:cNvSpPr txBox="1"/>
          <p:nvPr/>
        </p:nvSpPr>
        <p:spPr>
          <a:xfrm>
            <a:off x="4721214" y="4813080"/>
            <a:ext cx="3847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V</a:t>
            </a:r>
            <a:r>
              <a:rPr lang="en-US" sz="900" baseline="-25000" dirty="0"/>
              <a:t>CC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D4529A3-0388-04D8-32F4-0192B0EC5DE4}"/>
              </a:ext>
            </a:extLst>
          </p:cNvPr>
          <p:cNvSpPr/>
          <p:nvPr/>
        </p:nvSpPr>
        <p:spPr>
          <a:xfrm>
            <a:off x="3010664" y="5098350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948F973-895A-5777-5439-D11422F18BD4}"/>
              </a:ext>
            </a:extLst>
          </p:cNvPr>
          <p:cNvSpPr/>
          <p:nvPr/>
        </p:nvSpPr>
        <p:spPr>
          <a:xfrm>
            <a:off x="3245450" y="5098350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A4EC368-BDD8-E0FA-A3C2-664F7B2436E8}"/>
              </a:ext>
            </a:extLst>
          </p:cNvPr>
          <p:cNvSpPr/>
          <p:nvPr/>
        </p:nvSpPr>
        <p:spPr>
          <a:xfrm>
            <a:off x="3471101" y="5102583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F76B0CA-024F-B6A4-988E-501AA513AD4F}"/>
              </a:ext>
            </a:extLst>
          </p:cNvPr>
          <p:cNvSpPr/>
          <p:nvPr/>
        </p:nvSpPr>
        <p:spPr>
          <a:xfrm>
            <a:off x="3700977" y="5098350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3089A4D-14AE-3BAF-C004-515ACD51EC9B}"/>
              </a:ext>
            </a:extLst>
          </p:cNvPr>
          <p:cNvSpPr/>
          <p:nvPr/>
        </p:nvSpPr>
        <p:spPr>
          <a:xfrm>
            <a:off x="5330233" y="5103795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CE41FAB-20CD-0C79-0166-885F092CA3CE}"/>
              </a:ext>
            </a:extLst>
          </p:cNvPr>
          <p:cNvSpPr/>
          <p:nvPr/>
        </p:nvSpPr>
        <p:spPr>
          <a:xfrm>
            <a:off x="5565019" y="5103795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8B3EAB5-A238-17BF-D991-34FFED4EDCCA}"/>
              </a:ext>
            </a:extLst>
          </p:cNvPr>
          <p:cNvSpPr/>
          <p:nvPr/>
        </p:nvSpPr>
        <p:spPr>
          <a:xfrm>
            <a:off x="5790670" y="5108028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724D64F-20C6-24F9-C21C-D33E3505FA44}"/>
              </a:ext>
            </a:extLst>
          </p:cNvPr>
          <p:cNvSpPr/>
          <p:nvPr/>
        </p:nvSpPr>
        <p:spPr>
          <a:xfrm>
            <a:off x="6020546" y="5103795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809909-C9E7-43D8-D602-34A5274EC0F2}"/>
              </a:ext>
            </a:extLst>
          </p:cNvPr>
          <p:cNvSpPr txBox="1"/>
          <p:nvPr/>
        </p:nvSpPr>
        <p:spPr>
          <a:xfrm>
            <a:off x="1468072" y="4396605"/>
            <a:ext cx="11202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Add R/C coupling to output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7937FEE-D807-39DC-61B4-486FCFAAF939}"/>
              </a:ext>
            </a:extLst>
          </p:cNvPr>
          <p:cNvCxnSpPr>
            <a:cxnSpLocks/>
          </p:cNvCxnSpPr>
          <p:nvPr/>
        </p:nvCxnSpPr>
        <p:spPr>
          <a:xfrm>
            <a:off x="2462000" y="4660369"/>
            <a:ext cx="748668" cy="3559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6E11C6CF-D109-9DA2-8C13-BF028BB0E25D}"/>
              </a:ext>
            </a:extLst>
          </p:cNvPr>
          <p:cNvSpPr txBox="1"/>
          <p:nvPr/>
        </p:nvSpPr>
        <p:spPr>
          <a:xfrm>
            <a:off x="3504244" y="4062852"/>
            <a:ext cx="125365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Add 10k ohm termination to SDA/SCL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EFCD8A1-B1E8-9B22-5C59-BA9BC2358E2C}"/>
              </a:ext>
            </a:extLst>
          </p:cNvPr>
          <p:cNvCxnSpPr>
            <a:cxnSpLocks/>
          </p:cNvCxnSpPr>
          <p:nvPr/>
        </p:nvCxnSpPr>
        <p:spPr>
          <a:xfrm>
            <a:off x="4164701" y="4586751"/>
            <a:ext cx="124688" cy="3800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5143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7C450-FC61-70A1-1740-1891FC4D1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273" y="180898"/>
            <a:ext cx="7886700" cy="603964"/>
          </a:xfrm>
        </p:spPr>
        <p:txBody>
          <a:bodyPr>
            <a:normAutofit/>
          </a:bodyPr>
          <a:lstStyle/>
          <a:p>
            <a:pPr algn="ctr"/>
            <a:r>
              <a:rPr lang="en-US" sz="2400"/>
              <a:t>BMP280 Sensor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1C2C87-8A59-61D7-A4F6-347FA9371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821" y="1644392"/>
            <a:ext cx="4346018" cy="36466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3F45F4-D532-46AD-FFFF-3A697FAAA94E}"/>
              </a:ext>
            </a:extLst>
          </p:cNvPr>
          <p:cNvSpPr txBox="1"/>
          <p:nvPr/>
        </p:nvSpPr>
        <p:spPr>
          <a:xfrm>
            <a:off x="5565371" y="4443153"/>
            <a:ext cx="7232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BMP280?</a:t>
            </a:r>
          </a:p>
        </p:txBody>
      </p:sp>
    </p:spTree>
    <p:extLst>
      <p:ext uri="{BB962C8B-B14F-4D97-AF65-F5344CB8AC3E}">
        <p14:creationId xmlns:p14="http://schemas.microsoft.com/office/powerpoint/2010/main" val="1569825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7C450-FC61-70A1-1740-1891FC4D1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273" y="180898"/>
            <a:ext cx="7886700" cy="603964"/>
          </a:xfrm>
        </p:spPr>
        <p:txBody>
          <a:bodyPr>
            <a:normAutofit/>
          </a:bodyPr>
          <a:lstStyle/>
          <a:p>
            <a:pPr algn="ctr"/>
            <a:r>
              <a:rPr lang="en-US" sz="2400"/>
              <a:t>Dual-Mode, Single-Chip Orientation Sensor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FF8EAC-85E7-F5EC-F6D0-96953EC66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42" y="1326896"/>
            <a:ext cx="3168681" cy="2867526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B7C300A4-3852-60E7-944D-925DB8A69E22}"/>
              </a:ext>
            </a:extLst>
          </p:cNvPr>
          <p:cNvGrpSpPr/>
          <p:nvPr/>
        </p:nvGrpSpPr>
        <p:grpSpPr>
          <a:xfrm>
            <a:off x="5104344" y="1115426"/>
            <a:ext cx="2654616" cy="3558271"/>
            <a:chOff x="4221480" y="1640840"/>
            <a:chExt cx="1404607" cy="1882748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BA3139E9-C82B-54B9-E04A-D696243DE0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69753" y="1691013"/>
              <a:ext cx="1356334" cy="1832575"/>
            </a:xfrm>
            <a:prstGeom prst="rect">
              <a:avLst/>
            </a:prstGeom>
          </p:spPr>
        </p:pic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BCF575A-7E7E-EB1A-9623-794271DAEE84}"/>
                </a:ext>
              </a:extLst>
            </p:cNvPr>
            <p:cNvSpPr/>
            <p:nvPr/>
          </p:nvSpPr>
          <p:spPr>
            <a:xfrm>
              <a:off x="4221480" y="1640840"/>
              <a:ext cx="294640" cy="289560"/>
            </a:xfrm>
            <a:custGeom>
              <a:avLst/>
              <a:gdLst>
                <a:gd name="connsiteX0" fmla="*/ 0 w 294640"/>
                <a:gd name="connsiteY0" fmla="*/ 177800 h 289560"/>
                <a:gd name="connsiteX1" fmla="*/ 218440 w 294640"/>
                <a:gd name="connsiteY1" fmla="*/ 0 h 289560"/>
                <a:gd name="connsiteX2" fmla="*/ 294640 w 294640"/>
                <a:gd name="connsiteY2" fmla="*/ 142240 h 289560"/>
                <a:gd name="connsiteX3" fmla="*/ 50800 w 294640"/>
                <a:gd name="connsiteY3" fmla="*/ 289560 h 289560"/>
                <a:gd name="connsiteX4" fmla="*/ 0 w 294640"/>
                <a:gd name="connsiteY4" fmla="*/ 177800 h 289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640" h="289560">
                  <a:moveTo>
                    <a:pt x="0" y="177800"/>
                  </a:moveTo>
                  <a:lnTo>
                    <a:pt x="218440" y="0"/>
                  </a:lnTo>
                  <a:lnTo>
                    <a:pt x="294640" y="142240"/>
                  </a:lnTo>
                  <a:lnTo>
                    <a:pt x="50800" y="28956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2B03FCA1-2394-E23F-C413-778775EA4103}"/>
              </a:ext>
            </a:extLst>
          </p:cNvPr>
          <p:cNvSpPr txBox="1"/>
          <p:nvPr/>
        </p:nvSpPr>
        <p:spPr>
          <a:xfrm>
            <a:off x="1880301" y="4864538"/>
            <a:ext cx="134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Fig. 3a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CA5017-EAAC-B762-A466-D7DD75C94746}"/>
              </a:ext>
            </a:extLst>
          </p:cNvPr>
          <p:cNvSpPr txBox="1"/>
          <p:nvPr/>
        </p:nvSpPr>
        <p:spPr>
          <a:xfrm>
            <a:off x="1519766" y="4194422"/>
            <a:ext cx="7210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301</a:t>
            </a: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F5A24CC6-7584-CB91-5258-B39845CEA219}"/>
              </a:ext>
            </a:extLst>
          </p:cNvPr>
          <p:cNvSpPr/>
          <p:nvPr/>
        </p:nvSpPr>
        <p:spPr>
          <a:xfrm>
            <a:off x="1880301" y="3647417"/>
            <a:ext cx="412787" cy="600892"/>
          </a:xfrm>
          <a:custGeom>
            <a:avLst/>
            <a:gdLst>
              <a:gd name="connsiteX0" fmla="*/ 0 w 412787"/>
              <a:gd name="connsiteY0" fmla="*/ 600892 h 600892"/>
              <a:gd name="connsiteX1" fmla="*/ 167205 w 412787"/>
              <a:gd name="connsiteY1" fmla="*/ 276933 h 600892"/>
              <a:gd name="connsiteX2" fmla="*/ 177655 w 412787"/>
              <a:gd name="connsiteY2" fmla="*/ 449363 h 600892"/>
              <a:gd name="connsiteX3" fmla="*/ 412787 w 412787"/>
              <a:gd name="connsiteY3" fmla="*/ 0 h 600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2787" h="600892">
                <a:moveTo>
                  <a:pt x="0" y="600892"/>
                </a:moveTo>
                <a:cubicBezTo>
                  <a:pt x="68798" y="451540"/>
                  <a:pt x="137596" y="302188"/>
                  <a:pt x="167205" y="276933"/>
                </a:cubicBezTo>
                <a:cubicBezTo>
                  <a:pt x="196814" y="251678"/>
                  <a:pt x="136725" y="495518"/>
                  <a:pt x="177655" y="449363"/>
                </a:cubicBezTo>
                <a:cubicBezTo>
                  <a:pt x="218585" y="403208"/>
                  <a:pt x="315686" y="201604"/>
                  <a:pt x="412787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C31399A-E3EB-0207-66CA-F0057973F10D}"/>
              </a:ext>
            </a:extLst>
          </p:cNvPr>
          <p:cNvSpPr txBox="1"/>
          <p:nvPr/>
        </p:nvSpPr>
        <p:spPr>
          <a:xfrm>
            <a:off x="5020767" y="4194422"/>
            <a:ext cx="7210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302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39B16390-9D8B-6E6F-5011-7F04F4302282}"/>
              </a:ext>
            </a:extLst>
          </p:cNvPr>
          <p:cNvSpPr/>
          <p:nvPr/>
        </p:nvSpPr>
        <p:spPr>
          <a:xfrm>
            <a:off x="5381302" y="3647417"/>
            <a:ext cx="412787" cy="600892"/>
          </a:xfrm>
          <a:custGeom>
            <a:avLst/>
            <a:gdLst>
              <a:gd name="connsiteX0" fmla="*/ 0 w 412787"/>
              <a:gd name="connsiteY0" fmla="*/ 600892 h 600892"/>
              <a:gd name="connsiteX1" fmla="*/ 167205 w 412787"/>
              <a:gd name="connsiteY1" fmla="*/ 276933 h 600892"/>
              <a:gd name="connsiteX2" fmla="*/ 177655 w 412787"/>
              <a:gd name="connsiteY2" fmla="*/ 449363 h 600892"/>
              <a:gd name="connsiteX3" fmla="*/ 412787 w 412787"/>
              <a:gd name="connsiteY3" fmla="*/ 0 h 600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2787" h="600892">
                <a:moveTo>
                  <a:pt x="0" y="600892"/>
                </a:moveTo>
                <a:cubicBezTo>
                  <a:pt x="68798" y="451540"/>
                  <a:pt x="137596" y="302188"/>
                  <a:pt x="167205" y="276933"/>
                </a:cubicBezTo>
                <a:cubicBezTo>
                  <a:pt x="196814" y="251678"/>
                  <a:pt x="136725" y="495518"/>
                  <a:pt x="177655" y="449363"/>
                </a:cubicBezTo>
                <a:cubicBezTo>
                  <a:pt x="218585" y="403208"/>
                  <a:pt x="315686" y="201604"/>
                  <a:pt x="412787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362C3AF-297E-E15B-4C9B-D80E362FEB7E}"/>
              </a:ext>
            </a:extLst>
          </p:cNvPr>
          <p:cNvSpPr txBox="1"/>
          <p:nvPr/>
        </p:nvSpPr>
        <p:spPr>
          <a:xfrm>
            <a:off x="5878406" y="4914419"/>
            <a:ext cx="134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Fig. 3b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91D5F93-66CD-5C65-72A3-517A25E1A6D4}"/>
              </a:ext>
            </a:extLst>
          </p:cNvPr>
          <p:cNvSpPr txBox="1"/>
          <p:nvPr/>
        </p:nvSpPr>
        <p:spPr>
          <a:xfrm>
            <a:off x="2390990" y="1497859"/>
            <a:ext cx="146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a - accelerometer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D1971CD-0E18-3BAE-DD67-2BC640931AA7}"/>
              </a:ext>
            </a:extLst>
          </p:cNvPr>
          <p:cNvSpPr txBox="1"/>
          <p:nvPr/>
        </p:nvSpPr>
        <p:spPr>
          <a:xfrm>
            <a:off x="3708935" y="2120310"/>
            <a:ext cx="146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a - accelerometer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018D079-27F3-DE5A-6596-AF7E4B70475B}"/>
              </a:ext>
            </a:extLst>
          </p:cNvPr>
          <p:cNvSpPr txBox="1"/>
          <p:nvPr/>
        </p:nvSpPr>
        <p:spPr>
          <a:xfrm>
            <a:off x="3544207" y="3568546"/>
            <a:ext cx="146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a - accelerometer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19B8CC6-A4BB-6438-EDEE-5BBBB7AD2BE4}"/>
              </a:ext>
            </a:extLst>
          </p:cNvPr>
          <p:cNvSpPr txBox="1"/>
          <p:nvPr/>
        </p:nvSpPr>
        <p:spPr>
          <a:xfrm>
            <a:off x="2630408" y="2167975"/>
            <a:ext cx="7251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g - gyro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21FE24C-2E87-FD13-BE81-2A04E3D9E373}"/>
              </a:ext>
            </a:extLst>
          </p:cNvPr>
          <p:cNvSpPr txBox="1"/>
          <p:nvPr/>
        </p:nvSpPr>
        <p:spPr>
          <a:xfrm>
            <a:off x="3397565" y="2665674"/>
            <a:ext cx="7251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g - gyro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5F5362-C9B4-7EA6-97DF-7CB2CCDA96C3}"/>
              </a:ext>
            </a:extLst>
          </p:cNvPr>
          <p:cNvSpPr txBox="1"/>
          <p:nvPr/>
        </p:nvSpPr>
        <p:spPr>
          <a:xfrm>
            <a:off x="2795847" y="3584221"/>
            <a:ext cx="7251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g - gyro</a:t>
            </a:r>
          </a:p>
        </p:txBody>
      </p:sp>
    </p:spTree>
    <p:extLst>
      <p:ext uri="{BB962C8B-B14F-4D97-AF65-F5344CB8AC3E}">
        <p14:creationId xmlns:p14="http://schemas.microsoft.com/office/powerpoint/2010/main" val="46865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7C450-FC61-70A1-1740-1891FC4D1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922" y="102429"/>
            <a:ext cx="7886700" cy="603964"/>
          </a:xfrm>
        </p:spPr>
        <p:txBody>
          <a:bodyPr>
            <a:normAutofit/>
          </a:bodyPr>
          <a:lstStyle/>
          <a:p>
            <a:pPr algn="ctr"/>
            <a:r>
              <a:rPr lang="en-US" sz="2400"/>
              <a:t>Orientation Sensor Schematic</a:t>
            </a:r>
          </a:p>
        </p:txBody>
      </p:sp>
      <p:pic>
        <p:nvPicPr>
          <p:cNvPr id="27" name="Picture 26" descr="A diagram of a circuit board&#10;&#10;Description automatically generated">
            <a:extLst>
              <a:ext uri="{FF2B5EF4-FFF2-40B4-BE49-F238E27FC236}">
                <a16:creationId xmlns:a16="http://schemas.microsoft.com/office/drawing/2014/main" id="{3101276F-194F-7455-6C8F-20AFEB85DF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69" y="797036"/>
            <a:ext cx="7147684" cy="4189788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B03FCA1-2394-E23F-C413-778775EA4103}"/>
              </a:ext>
            </a:extLst>
          </p:cNvPr>
          <p:cNvSpPr txBox="1"/>
          <p:nvPr/>
        </p:nvSpPr>
        <p:spPr>
          <a:xfrm>
            <a:off x="4109285" y="6344784"/>
            <a:ext cx="134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Fig. 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0B74403-9DBB-9A02-3335-DAD76A159982}"/>
              </a:ext>
            </a:extLst>
          </p:cNvPr>
          <p:cNvSpPr txBox="1"/>
          <p:nvPr/>
        </p:nvSpPr>
        <p:spPr>
          <a:xfrm>
            <a:off x="1692693" y="4980110"/>
            <a:ext cx="7210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401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1C3AC6F8-21C7-BFB5-2FC5-F0420E86F28A}"/>
              </a:ext>
            </a:extLst>
          </p:cNvPr>
          <p:cNvSpPr/>
          <p:nvPr/>
        </p:nvSpPr>
        <p:spPr>
          <a:xfrm>
            <a:off x="2114622" y="4439496"/>
            <a:ext cx="412787" cy="600892"/>
          </a:xfrm>
          <a:custGeom>
            <a:avLst/>
            <a:gdLst>
              <a:gd name="connsiteX0" fmla="*/ 0 w 412787"/>
              <a:gd name="connsiteY0" fmla="*/ 600892 h 600892"/>
              <a:gd name="connsiteX1" fmla="*/ 167205 w 412787"/>
              <a:gd name="connsiteY1" fmla="*/ 276933 h 600892"/>
              <a:gd name="connsiteX2" fmla="*/ 177655 w 412787"/>
              <a:gd name="connsiteY2" fmla="*/ 449363 h 600892"/>
              <a:gd name="connsiteX3" fmla="*/ 412787 w 412787"/>
              <a:gd name="connsiteY3" fmla="*/ 0 h 600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2787" h="600892">
                <a:moveTo>
                  <a:pt x="0" y="600892"/>
                </a:moveTo>
                <a:cubicBezTo>
                  <a:pt x="68798" y="451540"/>
                  <a:pt x="137596" y="302188"/>
                  <a:pt x="167205" y="276933"/>
                </a:cubicBezTo>
                <a:cubicBezTo>
                  <a:pt x="196814" y="251678"/>
                  <a:pt x="136725" y="495518"/>
                  <a:pt x="177655" y="449363"/>
                </a:cubicBezTo>
                <a:cubicBezTo>
                  <a:pt x="218585" y="403208"/>
                  <a:pt x="315686" y="201604"/>
                  <a:pt x="412787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161D9C-509B-5559-26A2-6F09D13A013C}"/>
              </a:ext>
            </a:extLst>
          </p:cNvPr>
          <p:cNvSpPr txBox="1"/>
          <p:nvPr/>
        </p:nvSpPr>
        <p:spPr>
          <a:xfrm>
            <a:off x="3905504" y="5093952"/>
            <a:ext cx="7210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404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CE1693B-2F6B-5649-7AE7-C6E8CD3D756D}"/>
              </a:ext>
            </a:extLst>
          </p:cNvPr>
          <p:cNvSpPr/>
          <p:nvPr/>
        </p:nvSpPr>
        <p:spPr>
          <a:xfrm>
            <a:off x="4313065" y="4533107"/>
            <a:ext cx="412787" cy="600892"/>
          </a:xfrm>
          <a:custGeom>
            <a:avLst/>
            <a:gdLst>
              <a:gd name="connsiteX0" fmla="*/ 0 w 412787"/>
              <a:gd name="connsiteY0" fmla="*/ 600892 h 600892"/>
              <a:gd name="connsiteX1" fmla="*/ 167205 w 412787"/>
              <a:gd name="connsiteY1" fmla="*/ 276933 h 600892"/>
              <a:gd name="connsiteX2" fmla="*/ 177655 w 412787"/>
              <a:gd name="connsiteY2" fmla="*/ 449363 h 600892"/>
              <a:gd name="connsiteX3" fmla="*/ 412787 w 412787"/>
              <a:gd name="connsiteY3" fmla="*/ 0 h 600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2787" h="600892">
                <a:moveTo>
                  <a:pt x="0" y="600892"/>
                </a:moveTo>
                <a:cubicBezTo>
                  <a:pt x="68798" y="451540"/>
                  <a:pt x="137596" y="302188"/>
                  <a:pt x="167205" y="276933"/>
                </a:cubicBezTo>
                <a:cubicBezTo>
                  <a:pt x="196814" y="251678"/>
                  <a:pt x="136725" y="495518"/>
                  <a:pt x="177655" y="449363"/>
                </a:cubicBezTo>
                <a:cubicBezTo>
                  <a:pt x="218585" y="403208"/>
                  <a:pt x="315686" y="201604"/>
                  <a:pt x="412787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6C45CE-9437-7B1F-0003-F5C44B88C990}"/>
              </a:ext>
            </a:extLst>
          </p:cNvPr>
          <p:cNvSpPr txBox="1"/>
          <p:nvPr/>
        </p:nvSpPr>
        <p:spPr>
          <a:xfrm>
            <a:off x="7500127" y="2738041"/>
            <a:ext cx="7210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403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E3E56C0-98F7-0EED-2ECA-22E76BC762BE}"/>
              </a:ext>
            </a:extLst>
          </p:cNvPr>
          <p:cNvSpPr/>
          <p:nvPr/>
        </p:nvSpPr>
        <p:spPr>
          <a:xfrm rot="18580036">
            <a:off x="7515366" y="2135639"/>
            <a:ext cx="412787" cy="600892"/>
          </a:xfrm>
          <a:custGeom>
            <a:avLst/>
            <a:gdLst>
              <a:gd name="connsiteX0" fmla="*/ 0 w 412787"/>
              <a:gd name="connsiteY0" fmla="*/ 600892 h 600892"/>
              <a:gd name="connsiteX1" fmla="*/ 167205 w 412787"/>
              <a:gd name="connsiteY1" fmla="*/ 276933 h 600892"/>
              <a:gd name="connsiteX2" fmla="*/ 177655 w 412787"/>
              <a:gd name="connsiteY2" fmla="*/ 449363 h 600892"/>
              <a:gd name="connsiteX3" fmla="*/ 412787 w 412787"/>
              <a:gd name="connsiteY3" fmla="*/ 0 h 600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2787" h="600892">
                <a:moveTo>
                  <a:pt x="0" y="600892"/>
                </a:moveTo>
                <a:cubicBezTo>
                  <a:pt x="68798" y="451540"/>
                  <a:pt x="137596" y="302188"/>
                  <a:pt x="167205" y="276933"/>
                </a:cubicBezTo>
                <a:cubicBezTo>
                  <a:pt x="196814" y="251678"/>
                  <a:pt x="136725" y="495518"/>
                  <a:pt x="177655" y="449363"/>
                </a:cubicBezTo>
                <a:cubicBezTo>
                  <a:pt x="218585" y="403208"/>
                  <a:pt x="315686" y="201604"/>
                  <a:pt x="412787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778159-D322-9871-DA63-10CA04DD3E12}"/>
              </a:ext>
            </a:extLst>
          </p:cNvPr>
          <p:cNvSpPr txBox="1"/>
          <p:nvPr/>
        </p:nvSpPr>
        <p:spPr>
          <a:xfrm>
            <a:off x="3531507" y="3345096"/>
            <a:ext cx="7210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402b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4FE7204-9280-FD76-53BC-4DFF1A2D4846}"/>
              </a:ext>
            </a:extLst>
          </p:cNvPr>
          <p:cNvSpPr/>
          <p:nvPr/>
        </p:nvSpPr>
        <p:spPr>
          <a:xfrm rot="17648675">
            <a:off x="3605032" y="3053225"/>
            <a:ext cx="228523" cy="332660"/>
          </a:xfrm>
          <a:custGeom>
            <a:avLst/>
            <a:gdLst>
              <a:gd name="connsiteX0" fmla="*/ 0 w 412787"/>
              <a:gd name="connsiteY0" fmla="*/ 600892 h 600892"/>
              <a:gd name="connsiteX1" fmla="*/ 167205 w 412787"/>
              <a:gd name="connsiteY1" fmla="*/ 276933 h 600892"/>
              <a:gd name="connsiteX2" fmla="*/ 177655 w 412787"/>
              <a:gd name="connsiteY2" fmla="*/ 449363 h 600892"/>
              <a:gd name="connsiteX3" fmla="*/ 412787 w 412787"/>
              <a:gd name="connsiteY3" fmla="*/ 0 h 600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2787" h="600892">
                <a:moveTo>
                  <a:pt x="0" y="600892"/>
                </a:moveTo>
                <a:cubicBezTo>
                  <a:pt x="68798" y="451540"/>
                  <a:pt x="137596" y="302188"/>
                  <a:pt x="167205" y="276933"/>
                </a:cubicBezTo>
                <a:cubicBezTo>
                  <a:pt x="196814" y="251678"/>
                  <a:pt x="136725" y="495518"/>
                  <a:pt x="177655" y="449363"/>
                </a:cubicBezTo>
                <a:cubicBezTo>
                  <a:pt x="218585" y="403208"/>
                  <a:pt x="315686" y="201604"/>
                  <a:pt x="412787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8EB83FE-2AA3-C908-26BB-AC39B49D6050}"/>
              </a:ext>
            </a:extLst>
          </p:cNvPr>
          <p:cNvSpPr/>
          <p:nvPr/>
        </p:nvSpPr>
        <p:spPr>
          <a:xfrm rot="21437272">
            <a:off x="3559622" y="2178691"/>
            <a:ext cx="319343" cy="560256"/>
          </a:xfrm>
          <a:custGeom>
            <a:avLst/>
            <a:gdLst>
              <a:gd name="connsiteX0" fmla="*/ 0 w 412787"/>
              <a:gd name="connsiteY0" fmla="*/ 600892 h 600892"/>
              <a:gd name="connsiteX1" fmla="*/ 167205 w 412787"/>
              <a:gd name="connsiteY1" fmla="*/ 276933 h 600892"/>
              <a:gd name="connsiteX2" fmla="*/ 177655 w 412787"/>
              <a:gd name="connsiteY2" fmla="*/ 449363 h 600892"/>
              <a:gd name="connsiteX3" fmla="*/ 412787 w 412787"/>
              <a:gd name="connsiteY3" fmla="*/ 0 h 600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2787" h="600892">
                <a:moveTo>
                  <a:pt x="0" y="600892"/>
                </a:moveTo>
                <a:cubicBezTo>
                  <a:pt x="68798" y="451540"/>
                  <a:pt x="137596" y="302188"/>
                  <a:pt x="167205" y="276933"/>
                </a:cubicBezTo>
                <a:cubicBezTo>
                  <a:pt x="196814" y="251678"/>
                  <a:pt x="136725" y="495518"/>
                  <a:pt x="177655" y="449363"/>
                </a:cubicBezTo>
                <a:cubicBezTo>
                  <a:pt x="218585" y="403208"/>
                  <a:pt x="315686" y="201604"/>
                  <a:pt x="412787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34EA1D-7421-F994-A911-C440AFF3D69A}"/>
              </a:ext>
            </a:extLst>
          </p:cNvPr>
          <p:cNvSpPr txBox="1"/>
          <p:nvPr/>
        </p:nvSpPr>
        <p:spPr>
          <a:xfrm>
            <a:off x="3469676" y="1917178"/>
            <a:ext cx="7210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402a</a:t>
            </a:r>
          </a:p>
        </p:txBody>
      </p:sp>
    </p:spTree>
    <p:extLst>
      <p:ext uri="{BB962C8B-B14F-4D97-AF65-F5344CB8AC3E}">
        <p14:creationId xmlns:p14="http://schemas.microsoft.com/office/powerpoint/2010/main" val="588323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7C450-FC61-70A1-1740-1891FC4D1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176" y="1422026"/>
            <a:ext cx="4109648" cy="476122"/>
          </a:xfrm>
        </p:spPr>
        <p:txBody>
          <a:bodyPr>
            <a:noAutofit/>
          </a:bodyPr>
          <a:lstStyle/>
          <a:p>
            <a:pPr algn="ctr"/>
            <a:r>
              <a:rPr lang="en-US" sz="3200" b="1"/>
              <a:t>Archives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8F2AB9E-60DB-68AC-8758-DEA28F336F9C}"/>
              </a:ext>
            </a:extLst>
          </p:cNvPr>
          <p:cNvSpPr txBox="1"/>
          <p:nvPr/>
        </p:nvSpPr>
        <p:spPr>
          <a:xfrm>
            <a:off x="2491761" y="6584649"/>
            <a:ext cx="44842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Earth Biometrics LLC – Copyright 2023</a:t>
            </a:r>
          </a:p>
        </p:txBody>
      </p:sp>
    </p:spTree>
    <p:extLst>
      <p:ext uri="{BB962C8B-B14F-4D97-AF65-F5344CB8AC3E}">
        <p14:creationId xmlns:p14="http://schemas.microsoft.com/office/powerpoint/2010/main" val="1416708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Oval 62">
            <a:extLst>
              <a:ext uri="{FF2B5EF4-FFF2-40B4-BE49-F238E27FC236}">
                <a16:creationId xmlns:a16="http://schemas.microsoft.com/office/drawing/2014/main" id="{C0DDEADF-6D69-6719-AA54-9E334A807DAB}"/>
              </a:ext>
            </a:extLst>
          </p:cNvPr>
          <p:cNvSpPr/>
          <p:nvPr/>
        </p:nvSpPr>
        <p:spPr>
          <a:xfrm>
            <a:off x="5512458" y="3706672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EFBF6C8F-9957-C137-2CF2-D8945BCF5006}"/>
              </a:ext>
            </a:extLst>
          </p:cNvPr>
          <p:cNvSpPr/>
          <p:nvPr/>
        </p:nvSpPr>
        <p:spPr>
          <a:xfrm>
            <a:off x="5507736" y="3921467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89D637CE-210C-7837-AF69-B1526C306E13}"/>
              </a:ext>
            </a:extLst>
          </p:cNvPr>
          <p:cNvSpPr/>
          <p:nvPr/>
        </p:nvSpPr>
        <p:spPr>
          <a:xfrm>
            <a:off x="5507736" y="4147714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96C8AB0A-92C4-7482-026C-DBA27BCB8DCF}"/>
              </a:ext>
            </a:extLst>
          </p:cNvPr>
          <p:cNvSpPr/>
          <p:nvPr/>
        </p:nvSpPr>
        <p:spPr>
          <a:xfrm>
            <a:off x="3883299" y="1640021"/>
            <a:ext cx="1358992" cy="1883664"/>
          </a:xfrm>
          <a:prstGeom prst="rect">
            <a:avLst/>
          </a:prstGeom>
          <a:solidFill>
            <a:srgbClr val="F878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F2DB01E2-02B4-B34E-7665-67B6FEE87073}"/>
              </a:ext>
            </a:extLst>
          </p:cNvPr>
          <p:cNvSpPr/>
          <p:nvPr/>
        </p:nvSpPr>
        <p:spPr>
          <a:xfrm>
            <a:off x="3945829" y="3171804"/>
            <a:ext cx="79249" cy="32232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4B7FF276-251A-26E5-FC1B-CEAEFD3E447B}"/>
              </a:ext>
            </a:extLst>
          </p:cNvPr>
          <p:cNvSpPr/>
          <p:nvPr/>
        </p:nvSpPr>
        <p:spPr>
          <a:xfrm>
            <a:off x="4175020" y="3171804"/>
            <a:ext cx="79249" cy="32232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38DF48EA-3AA3-A10F-0E75-5BAD31B00C21}"/>
              </a:ext>
            </a:extLst>
          </p:cNvPr>
          <p:cNvSpPr/>
          <p:nvPr/>
        </p:nvSpPr>
        <p:spPr>
          <a:xfrm>
            <a:off x="4404211" y="3171804"/>
            <a:ext cx="79249" cy="32232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B007C4BF-13B2-C380-7913-F0D143443B4F}"/>
              </a:ext>
            </a:extLst>
          </p:cNvPr>
          <p:cNvSpPr/>
          <p:nvPr/>
        </p:nvSpPr>
        <p:spPr>
          <a:xfrm>
            <a:off x="4633402" y="3171804"/>
            <a:ext cx="79249" cy="32232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B3DA40FF-C5FF-9232-3BE1-4F9343FE7A65}"/>
              </a:ext>
            </a:extLst>
          </p:cNvPr>
          <p:cNvSpPr/>
          <p:nvPr/>
        </p:nvSpPr>
        <p:spPr>
          <a:xfrm>
            <a:off x="4862593" y="3176037"/>
            <a:ext cx="79249" cy="32232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35E8921F-D80B-00D7-D8DD-6A8105B6AAAD}"/>
              </a:ext>
            </a:extLst>
          </p:cNvPr>
          <p:cNvSpPr/>
          <p:nvPr/>
        </p:nvSpPr>
        <p:spPr>
          <a:xfrm>
            <a:off x="5091784" y="3171804"/>
            <a:ext cx="79249" cy="32232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E0F35FD6-AD9F-EC8E-0671-1F3695F2D363}"/>
              </a:ext>
            </a:extLst>
          </p:cNvPr>
          <p:cNvSpPr/>
          <p:nvPr/>
        </p:nvSpPr>
        <p:spPr>
          <a:xfrm>
            <a:off x="4172480" y="3852638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7EC6FBCC-9FD0-253D-C4CE-4ADB2BA94888}"/>
              </a:ext>
            </a:extLst>
          </p:cNvPr>
          <p:cNvSpPr/>
          <p:nvPr/>
        </p:nvSpPr>
        <p:spPr>
          <a:xfrm>
            <a:off x="4403276" y="3852638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096B9B02-1988-1E02-76B8-C0C422ACD451}"/>
              </a:ext>
            </a:extLst>
          </p:cNvPr>
          <p:cNvSpPr/>
          <p:nvPr/>
        </p:nvSpPr>
        <p:spPr>
          <a:xfrm>
            <a:off x="4638062" y="3852638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091BD9A1-F984-6496-2856-EF8423B0BE9D}"/>
              </a:ext>
            </a:extLst>
          </p:cNvPr>
          <p:cNvSpPr/>
          <p:nvPr/>
        </p:nvSpPr>
        <p:spPr>
          <a:xfrm>
            <a:off x="4863713" y="3856871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BE25DC28-CAB6-6CB0-E718-D17D9B4C813F}"/>
              </a:ext>
            </a:extLst>
          </p:cNvPr>
          <p:cNvSpPr/>
          <p:nvPr/>
        </p:nvSpPr>
        <p:spPr>
          <a:xfrm>
            <a:off x="5093589" y="3852638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57C450-FC61-70A1-1740-1891FC4D1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8594" y="108614"/>
            <a:ext cx="4109648" cy="476122"/>
          </a:xfrm>
        </p:spPr>
        <p:txBody>
          <a:bodyPr>
            <a:normAutofit/>
          </a:bodyPr>
          <a:lstStyle/>
          <a:p>
            <a:pPr algn="ctr"/>
            <a:r>
              <a:rPr lang="en-US" sz="2400"/>
              <a:t>I/O &amp; </a:t>
            </a:r>
            <a:r>
              <a:rPr lang="en-US" sz="2400" err="1"/>
              <a:t>Vreg</a:t>
            </a:r>
            <a:r>
              <a:rPr lang="en-US" sz="2400"/>
              <a:t> Layout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56DCCF-35DF-28F8-6A1A-A0F911F66925}"/>
              </a:ext>
            </a:extLst>
          </p:cNvPr>
          <p:cNvSpPr/>
          <p:nvPr/>
        </p:nvSpPr>
        <p:spPr>
          <a:xfrm>
            <a:off x="2857500" y="3554730"/>
            <a:ext cx="3429000" cy="15864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930ACE-0327-9B8F-8305-0BB075721C98}"/>
              </a:ext>
            </a:extLst>
          </p:cNvPr>
          <p:cNvSpPr txBox="1"/>
          <p:nvPr/>
        </p:nvSpPr>
        <p:spPr>
          <a:xfrm>
            <a:off x="4134941" y="4226825"/>
            <a:ext cx="54579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1.375”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678427-8545-52A7-E7A7-C088E6217D1F}"/>
              </a:ext>
            </a:extLst>
          </p:cNvPr>
          <p:cNvSpPr txBox="1"/>
          <p:nvPr/>
        </p:nvSpPr>
        <p:spPr>
          <a:xfrm>
            <a:off x="6365527" y="4233469"/>
            <a:ext cx="53018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0.787”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E818B9-EB63-91F4-768C-2848E7FC43DF}"/>
              </a:ext>
            </a:extLst>
          </p:cNvPr>
          <p:cNvSpPr/>
          <p:nvPr/>
        </p:nvSpPr>
        <p:spPr>
          <a:xfrm>
            <a:off x="5381592" y="4638200"/>
            <a:ext cx="731520" cy="50537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DEF5DE1-83B9-3200-363E-E22FD49A737D}"/>
              </a:ext>
            </a:extLst>
          </p:cNvPr>
          <p:cNvSpPr/>
          <p:nvPr/>
        </p:nvSpPr>
        <p:spPr>
          <a:xfrm>
            <a:off x="3049034" y="4638200"/>
            <a:ext cx="731520" cy="50537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244FD8A-2DED-F8E6-8272-CD4F4FC5C33D}"/>
              </a:ext>
            </a:extLst>
          </p:cNvPr>
          <p:cNvCxnSpPr>
            <a:cxnSpLocks/>
          </p:cNvCxnSpPr>
          <p:nvPr/>
        </p:nvCxnSpPr>
        <p:spPr>
          <a:xfrm>
            <a:off x="4211176" y="3193077"/>
            <a:ext cx="0" cy="699516"/>
          </a:xfrm>
          <a:prstGeom prst="line">
            <a:avLst/>
          </a:prstGeom>
          <a:ln w="57150">
            <a:solidFill>
              <a:srgbClr val="D09E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BF00811-C7B4-2DE0-5415-FD2B2FBDF152}"/>
              </a:ext>
            </a:extLst>
          </p:cNvPr>
          <p:cNvCxnSpPr>
            <a:cxnSpLocks/>
          </p:cNvCxnSpPr>
          <p:nvPr/>
        </p:nvCxnSpPr>
        <p:spPr>
          <a:xfrm>
            <a:off x="5135571" y="3195349"/>
            <a:ext cx="0" cy="699516"/>
          </a:xfrm>
          <a:prstGeom prst="line">
            <a:avLst/>
          </a:prstGeom>
          <a:ln w="57150">
            <a:solidFill>
              <a:srgbClr val="D09E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D3E5C4A-EBA7-C244-EAEB-D4179BAF3EAC}"/>
              </a:ext>
            </a:extLst>
          </p:cNvPr>
          <p:cNvCxnSpPr>
            <a:cxnSpLocks/>
          </p:cNvCxnSpPr>
          <p:nvPr/>
        </p:nvCxnSpPr>
        <p:spPr>
          <a:xfrm>
            <a:off x="4905536" y="3199582"/>
            <a:ext cx="0" cy="699516"/>
          </a:xfrm>
          <a:prstGeom prst="line">
            <a:avLst/>
          </a:prstGeom>
          <a:ln w="57150">
            <a:solidFill>
              <a:srgbClr val="D09E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A5C9AB9-FB1F-CC9F-3DCF-A29EC0298FE2}"/>
              </a:ext>
            </a:extLst>
          </p:cNvPr>
          <p:cNvCxnSpPr>
            <a:cxnSpLocks/>
          </p:cNvCxnSpPr>
          <p:nvPr/>
        </p:nvCxnSpPr>
        <p:spPr>
          <a:xfrm>
            <a:off x="4679724" y="3195349"/>
            <a:ext cx="0" cy="699516"/>
          </a:xfrm>
          <a:prstGeom prst="line">
            <a:avLst/>
          </a:prstGeom>
          <a:ln w="57150">
            <a:solidFill>
              <a:srgbClr val="D09E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EBCDAC9-D07F-B87C-B697-D23ADBBB889A}"/>
              </a:ext>
            </a:extLst>
          </p:cNvPr>
          <p:cNvCxnSpPr>
            <a:cxnSpLocks/>
          </p:cNvCxnSpPr>
          <p:nvPr/>
        </p:nvCxnSpPr>
        <p:spPr>
          <a:xfrm>
            <a:off x="4444777" y="3193825"/>
            <a:ext cx="0" cy="701040"/>
          </a:xfrm>
          <a:prstGeom prst="line">
            <a:avLst/>
          </a:prstGeom>
          <a:ln w="57150">
            <a:solidFill>
              <a:srgbClr val="D09E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553C131C-8192-920C-AF7A-61A5B6A9829D}"/>
              </a:ext>
            </a:extLst>
          </p:cNvPr>
          <p:cNvSpPr/>
          <p:nvPr/>
        </p:nvSpPr>
        <p:spPr>
          <a:xfrm>
            <a:off x="4100878" y="3647977"/>
            <a:ext cx="1141413" cy="1630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7DDE47F-AB44-C5E2-6DAE-6FB3BF3CE545}"/>
              </a:ext>
            </a:extLst>
          </p:cNvPr>
          <p:cNvSpPr txBox="1"/>
          <p:nvPr/>
        </p:nvSpPr>
        <p:spPr>
          <a:xfrm>
            <a:off x="3263778" y="4878467"/>
            <a:ext cx="495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3 pin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CA553C8-ED6B-9CFE-86C2-F86188DBDB7B}"/>
              </a:ext>
            </a:extLst>
          </p:cNvPr>
          <p:cNvSpPr txBox="1"/>
          <p:nvPr/>
        </p:nvSpPr>
        <p:spPr>
          <a:xfrm>
            <a:off x="5643165" y="4857374"/>
            <a:ext cx="5184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3 pin</a:t>
            </a: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59AC9266-04A9-3C18-B955-7C087947645A}"/>
              </a:ext>
            </a:extLst>
          </p:cNvPr>
          <p:cNvCxnSpPr>
            <a:cxnSpLocks/>
          </p:cNvCxnSpPr>
          <p:nvPr/>
        </p:nvCxnSpPr>
        <p:spPr>
          <a:xfrm>
            <a:off x="6473978" y="5140697"/>
            <a:ext cx="352636" cy="35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FFF21DEC-397B-B1F1-19AB-C5CA6D92A165}"/>
              </a:ext>
            </a:extLst>
          </p:cNvPr>
          <p:cNvCxnSpPr>
            <a:cxnSpLocks/>
          </p:cNvCxnSpPr>
          <p:nvPr/>
        </p:nvCxnSpPr>
        <p:spPr>
          <a:xfrm>
            <a:off x="6437402" y="3554918"/>
            <a:ext cx="352636" cy="35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350D9629-A604-8055-E81D-5C254DB01414}"/>
              </a:ext>
            </a:extLst>
          </p:cNvPr>
          <p:cNvCxnSpPr>
            <a:cxnSpLocks/>
            <a:stCxn id="7" idx="1"/>
            <a:endCxn id="6" idx="1"/>
          </p:cNvCxnSpPr>
          <p:nvPr/>
        </p:nvCxnSpPr>
        <p:spPr>
          <a:xfrm flipH="1">
            <a:off x="2857500" y="4342241"/>
            <a:ext cx="1277441" cy="57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876C1D4C-946A-1B1E-2E6A-B0582FAB4BE3}"/>
              </a:ext>
            </a:extLst>
          </p:cNvPr>
          <p:cNvCxnSpPr>
            <a:cxnSpLocks/>
            <a:stCxn id="16" idx="3"/>
            <a:endCxn id="6" idx="3"/>
          </p:cNvCxnSpPr>
          <p:nvPr/>
        </p:nvCxnSpPr>
        <p:spPr>
          <a:xfrm>
            <a:off x="5106160" y="4338327"/>
            <a:ext cx="1180340" cy="96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9A666347-BA40-B1D0-FFD8-F7DC1B5EC7C1}"/>
              </a:ext>
            </a:extLst>
          </p:cNvPr>
          <p:cNvCxnSpPr>
            <a:cxnSpLocks/>
          </p:cNvCxnSpPr>
          <p:nvPr/>
        </p:nvCxnSpPr>
        <p:spPr>
          <a:xfrm flipV="1">
            <a:off x="6630618" y="3541182"/>
            <a:ext cx="0" cy="5673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2D8B983E-A459-2819-2073-D5494C2E4314}"/>
              </a:ext>
            </a:extLst>
          </p:cNvPr>
          <p:cNvCxnSpPr>
            <a:cxnSpLocks/>
          </p:cNvCxnSpPr>
          <p:nvPr/>
        </p:nvCxnSpPr>
        <p:spPr>
          <a:xfrm>
            <a:off x="6630618" y="4589732"/>
            <a:ext cx="0" cy="5509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1650E25D-BA3D-58B5-7132-82F73D0FA9BA}"/>
              </a:ext>
            </a:extLst>
          </p:cNvPr>
          <p:cNvCxnSpPr>
            <a:cxnSpLocks/>
          </p:cNvCxnSpPr>
          <p:nvPr/>
        </p:nvCxnSpPr>
        <p:spPr>
          <a:xfrm>
            <a:off x="4572000" y="5382002"/>
            <a:ext cx="0" cy="2606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1E04BE63-BFF3-C7CF-DACC-3F70DFD2D625}"/>
              </a:ext>
            </a:extLst>
          </p:cNvPr>
          <p:cNvCxnSpPr>
            <a:cxnSpLocks/>
            <a:stCxn id="173" idx="2"/>
          </p:cNvCxnSpPr>
          <p:nvPr/>
        </p:nvCxnSpPr>
        <p:spPr>
          <a:xfrm>
            <a:off x="3397177" y="5388467"/>
            <a:ext cx="6856" cy="236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897F9D16-5175-E7B6-3E11-72EAA1EE26E3}"/>
              </a:ext>
            </a:extLst>
          </p:cNvPr>
          <p:cNvCxnSpPr>
            <a:cxnSpLocks/>
            <a:stCxn id="169" idx="2"/>
          </p:cNvCxnSpPr>
          <p:nvPr/>
        </p:nvCxnSpPr>
        <p:spPr>
          <a:xfrm>
            <a:off x="5768360" y="5388467"/>
            <a:ext cx="6412" cy="2541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9C309E07-BD5D-40F5-2522-9E8ACDA182CE}"/>
              </a:ext>
            </a:extLst>
          </p:cNvPr>
          <p:cNvSpPr txBox="1"/>
          <p:nvPr/>
        </p:nvSpPr>
        <p:spPr>
          <a:xfrm>
            <a:off x="3053702" y="4887059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J4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F57908C-7BB2-8F14-BFE1-E75059074535}"/>
              </a:ext>
            </a:extLst>
          </p:cNvPr>
          <p:cNvSpPr txBox="1"/>
          <p:nvPr/>
        </p:nvSpPr>
        <p:spPr>
          <a:xfrm>
            <a:off x="5450893" y="4860455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J2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87F18A06-DFC6-EC4D-7545-25F76988504E}"/>
              </a:ext>
            </a:extLst>
          </p:cNvPr>
          <p:cNvSpPr txBox="1"/>
          <p:nvPr/>
        </p:nvSpPr>
        <p:spPr>
          <a:xfrm>
            <a:off x="4044231" y="4378255"/>
            <a:ext cx="3773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gnd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B350C786-2AD2-9610-CB2E-A7DE8298A770}"/>
              </a:ext>
            </a:extLst>
          </p:cNvPr>
          <p:cNvSpPr txBox="1"/>
          <p:nvPr/>
        </p:nvSpPr>
        <p:spPr>
          <a:xfrm>
            <a:off x="3452671" y="4428733"/>
            <a:ext cx="3152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+A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0506F576-3B56-C43E-873E-B6EF62B822F8}"/>
              </a:ext>
            </a:extLst>
          </p:cNvPr>
          <p:cNvSpPr txBox="1"/>
          <p:nvPr/>
        </p:nvSpPr>
        <p:spPr>
          <a:xfrm>
            <a:off x="3247781" y="4428733"/>
            <a:ext cx="3204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-A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ACE626B3-DA36-3FA4-E9E7-F5B82E4D0694}"/>
              </a:ext>
            </a:extLst>
          </p:cNvPr>
          <p:cNvSpPr txBox="1"/>
          <p:nvPr/>
        </p:nvSpPr>
        <p:spPr>
          <a:xfrm>
            <a:off x="5361118" y="4433618"/>
            <a:ext cx="37078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+5v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FCA4B8F4-E2BD-AEC8-0AB8-9CB6875FB3C4}"/>
              </a:ext>
            </a:extLst>
          </p:cNvPr>
          <p:cNvSpPr txBox="1"/>
          <p:nvPr/>
        </p:nvSpPr>
        <p:spPr>
          <a:xfrm>
            <a:off x="5536398" y="4433770"/>
            <a:ext cx="4398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SDA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431B9FBD-DBC8-7827-EAEA-6A305F28E993}"/>
              </a:ext>
            </a:extLst>
          </p:cNvPr>
          <p:cNvSpPr txBox="1"/>
          <p:nvPr/>
        </p:nvSpPr>
        <p:spPr>
          <a:xfrm>
            <a:off x="5759923" y="4429398"/>
            <a:ext cx="4398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SCL</a:t>
            </a:r>
          </a:p>
        </p:txBody>
      </p:sp>
      <p:sp>
        <p:nvSpPr>
          <p:cNvPr id="146" name="Trapezoid 145">
            <a:extLst>
              <a:ext uri="{FF2B5EF4-FFF2-40B4-BE49-F238E27FC236}">
                <a16:creationId xmlns:a16="http://schemas.microsoft.com/office/drawing/2014/main" id="{2FD5BF67-63DE-FD85-B595-F9F459C3B0FC}"/>
              </a:ext>
            </a:extLst>
          </p:cNvPr>
          <p:cNvSpPr/>
          <p:nvPr/>
        </p:nvSpPr>
        <p:spPr>
          <a:xfrm>
            <a:off x="4218447" y="1553630"/>
            <a:ext cx="726566" cy="283689"/>
          </a:xfrm>
          <a:prstGeom prst="trapezoid">
            <a:avLst/>
          </a:prstGeom>
          <a:solidFill>
            <a:srgbClr val="FFE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AE578505-10CE-EBB3-2391-7DB9F12774C6}"/>
              </a:ext>
            </a:extLst>
          </p:cNvPr>
          <p:cNvSpPr txBox="1"/>
          <p:nvPr/>
        </p:nvSpPr>
        <p:spPr>
          <a:xfrm>
            <a:off x="4079157" y="3921849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/>
              <a:t>5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67EB8654-45CE-0ACD-6EEF-029BF75B8DF8}"/>
              </a:ext>
            </a:extLst>
          </p:cNvPr>
          <p:cNvSpPr txBox="1"/>
          <p:nvPr/>
        </p:nvSpPr>
        <p:spPr>
          <a:xfrm>
            <a:off x="4317624" y="3924120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/>
              <a:t>4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2D0BC40F-2091-FCAA-F36C-B05CCD528968}"/>
              </a:ext>
            </a:extLst>
          </p:cNvPr>
          <p:cNvSpPr txBox="1"/>
          <p:nvPr/>
        </p:nvSpPr>
        <p:spPr>
          <a:xfrm>
            <a:off x="4541788" y="3921849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/>
              <a:t>3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C27B6344-54F8-35DE-24F4-E9BC89FA2C9E}"/>
              </a:ext>
            </a:extLst>
          </p:cNvPr>
          <p:cNvSpPr txBox="1"/>
          <p:nvPr/>
        </p:nvSpPr>
        <p:spPr>
          <a:xfrm>
            <a:off x="4782421" y="3921849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/>
              <a:t>2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CED88C57-3F5F-028E-F317-6D9C4D633565}"/>
              </a:ext>
            </a:extLst>
          </p:cNvPr>
          <p:cNvSpPr txBox="1"/>
          <p:nvPr/>
        </p:nvSpPr>
        <p:spPr>
          <a:xfrm>
            <a:off x="5003964" y="3921849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/>
              <a:t>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5192A2A-2497-305C-4319-91471DCEABD3}"/>
              </a:ext>
            </a:extLst>
          </p:cNvPr>
          <p:cNvSpPr txBox="1"/>
          <p:nvPr/>
        </p:nvSpPr>
        <p:spPr>
          <a:xfrm>
            <a:off x="4382654" y="3620993"/>
            <a:ext cx="55448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2.54mm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EA4033C-0BFE-0BCA-68EF-54C827A9378E}"/>
              </a:ext>
            </a:extLst>
          </p:cNvPr>
          <p:cNvSpPr txBox="1"/>
          <p:nvPr/>
        </p:nvSpPr>
        <p:spPr>
          <a:xfrm>
            <a:off x="4232720" y="2909725"/>
            <a:ext cx="3788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+A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4C03F004-ABAA-0909-B1F0-77F5E251660B}"/>
              </a:ext>
            </a:extLst>
          </p:cNvPr>
          <p:cNvSpPr txBox="1"/>
          <p:nvPr/>
        </p:nvSpPr>
        <p:spPr>
          <a:xfrm>
            <a:off x="4485358" y="2909725"/>
            <a:ext cx="3788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-A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70E97F65-E5CD-9488-C442-3BE26A378BAA}"/>
              </a:ext>
            </a:extLst>
          </p:cNvPr>
          <p:cNvSpPr txBox="1"/>
          <p:nvPr/>
        </p:nvSpPr>
        <p:spPr>
          <a:xfrm>
            <a:off x="3920566" y="2909725"/>
            <a:ext cx="4678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+2.8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2600A631-A542-964A-1C11-A942CC603925}"/>
              </a:ext>
            </a:extLst>
          </p:cNvPr>
          <p:cNvSpPr txBox="1"/>
          <p:nvPr/>
        </p:nvSpPr>
        <p:spPr>
          <a:xfrm>
            <a:off x="4818564" y="2906382"/>
            <a:ext cx="556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gnd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4A1C2521-449B-D691-3A25-B9E925FA3234}"/>
              </a:ext>
            </a:extLst>
          </p:cNvPr>
          <p:cNvSpPr txBox="1"/>
          <p:nvPr/>
        </p:nvSpPr>
        <p:spPr>
          <a:xfrm>
            <a:off x="5843987" y="5142246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/>
              <a:t>3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5DF04730-36EC-33BB-179B-0A428CD35B7C}"/>
              </a:ext>
            </a:extLst>
          </p:cNvPr>
          <p:cNvSpPr txBox="1"/>
          <p:nvPr/>
        </p:nvSpPr>
        <p:spPr>
          <a:xfrm>
            <a:off x="5643165" y="5142246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/>
              <a:t>2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B0E6DCC2-EAAB-6E11-79BF-F8E88C9A24BE}"/>
              </a:ext>
            </a:extLst>
          </p:cNvPr>
          <p:cNvSpPr txBox="1"/>
          <p:nvPr/>
        </p:nvSpPr>
        <p:spPr>
          <a:xfrm>
            <a:off x="5437793" y="5142246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/>
              <a:t>1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4B306B43-E21A-29E0-6600-1BC90F441C32}"/>
              </a:ext>
            </a:extLst>
          </p:cNvPr>
          <p:cNvSpPr txBox="1"/>
          <p:nvPr/>
        </p:nvSpPr>
        <p:spPr>
          <a:xfrm>
            <a:off x="3488498" y="5142246"/>
            <a:ext cx="2632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3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0843E021-4F71-2D4F-FDA2-511CACF36472}"/>
              </a:ext>
            </a:extLst>
          </p:cNvPr>
          <p:cNvSpPr txBox="1"/>
          <p:nvPr/>
        </p:nvSpPr>
        <p:spPr>
          <a:xfrm>
            <a:off x="3271982" y="5142246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/>
              <a:t>2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BD6C6427-4C79-A962-FD93-6371E212928F}"/>
              </a:ext>
            </a:extLst>
          </p:cNvPr>
          <p:cNvSpPr txBox="1"/>
          <p:nvPr/>
        </p:nvSpPr>
        <p:spPr>
          <a:xfrm>
            <a:off x="3058976" y="5142246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/>
              <a:t>1</a:t>
            </a:r>
          </a:p>
        </p:txBody>
      </p: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2BD86749-CBCD-3301-2316-9F94F973399F}"/>
              </a:ext>
            </a:extLst>
          </p:cNvPr>
          <p:cNvCxnSpPr>
            <a:cxnSpLocks/>
          </p:cNvCxnSpPr>
          <p:nvPr/>
        </p:nvCxnSpPr>
        <p:spPr>
          <a:xfrm>
            <a:off x="4409283" y="2699851"/>
            <a:ext cx="0" cy="1905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TextBox 181">
            <a:extLst>
              <a:ext uri="{FF2B5EF4-FFF2-40B4-BE49-F238E27FC236}">
                <a16:creationId xmlns:a16="http://schemas.microsoft.com/office/drawing/2014/main" id="{C754791F-27EC-DBCB-B8CE-050F91E6F174}"/>
              </a:ext>
            </a:extLst>
          </p:cNvPr>
          <p:cNvSpPr txBox="1"/>
          <p:nvPr/>
        </p:nvSpPr>
        <p:spPr>
          <a:xfrm>
            <a:off x="4070738" y="2656633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6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540D606A-8060-70DB-78F0-136096A145AD}"/>
              </a:ext>
            </a:extLst>
          </p:cNvPr>
          <p:cNvSpPr txBox="1"/>
          <p:nvPr/>
        </p:nvSpPr>
        <p:spPr>
          <a:xfrm>
            <a:off x="4301493" y="2656633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5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45913A2E-0B4C-9255-7822-F5BD913F43F7}"/>
              </a:ext>
            </a:extLst>
          </p:cNvPr>
          <p:cNvSpPr txBox="1"/>
          <p:nvPr/>
        </p:nvSpPr>
        <p:spPr>
          <a:xfrm>
            <a:off x="4533369" y="2656633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4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329BDAD0-BC50-5A20-C5D7-ACA80701E93F}"/>
              </a:ext>
            </a:extLst>
          </p:cNvPr>
          <p:cNvSpPr txBox="1"/>
          <p:nvPr/>
        </p:nvSpPr>
        <p:spPr>
          <a:xfrm>
            <a:off x="4774002" y="2656633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3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DA61A7B4-380D-B1CD-0998-43B5D460226D}"/>
              </a:ext>
            </a:extLst>
          </p:cNvPr>
          <p:cNvSpPr txBox="1"/>
          <p:nvPr/>
        </p:nvSpPr>
        <p:spPr>
          <a:xfrm>
            <a:off x="4995545" y="2656633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8FBBAC90-5575-D731-1602-3BCD7C092CC4}"/>
              </a:ext>
            </a:extLst>
          </p:cNvPr>
          <p:cNvSpPr txBox="1"/>
          <p:nvPr/>
        </p:nvSpPr>
        <p:spPr>
          <a:xfrm>
            <a:off x="3857238" y="2656633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8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DDBC45ED-6EAB-ACEC-6309-2DFE7CC51219}"/>
              </a:ext>
            </a:extLst>
          </p:cNvPr>
          <p:cNvSpPr txBox="1"/>
          <p:nvPr/>
        </p:nvSpPr>
        <p:spPr>
          <a:xfrm>
            <a:off x="3139475" y="4768746"/>
            <a:ext cx="55448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/>
              <a:t>2.00mm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F4FE2E30-0A0C-2232-BA40-4E69DE43630D}"/>
              </a:ext>
            </a:extLst>
          </p:cNvPr>
          <p:cNvSpPr txBox="1"/>
          <p:nvPr/>
        </p:nvSpPr>
        <p:spPr>
          <a:xfrm>
            <a:off x="5494676" y="4755494"/>
            <a:ext cx="55448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/>
              <a:t>2.00mm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597E55-8074-9747-CC20-D3338DE539CE}"/>
              </a:ext>
            </a:extLst>
          </p:cNvPr>
          <p:cNvSpPr txBox="1"/>
          <p:nvPr/>
        </p:nvSpPr>
        <p:spPr>
          <a:xfrm>
            <a:off x="3644714" y="1185762"/>
            <a:ext cx="1861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/>
              <a:t>Molex 0527450697</a:t>
            </a:r>
          </a:p>
          <a:p>
            <a:pPr algn="ctr"/>
            <a:r>
              <a:rPr lang="en-US" sz="900"/>
              <a:t>0.5mm ZIF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0FF061-F54F-B368-0199-9D6EC87F83E7}"/>
              </a:ext>
            </a:extLst>
          </p:cNvPr>
          <p:cNvSpPr/>
          <p:nvPr/>
        </p:nvSpPr>
        <p:spPr>
          <a:xfrm>
            <a:off x="4153266" y="1645244"/>
            <a:ext cx="842277" cy="340990"/>
          </a:xfrm>
          <a:prstGeom prst="rect">
            <a:avLst/>
          </a:prstGeom>
          <a:solidFill>
            <a:srgbClr val="FFE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1B245C-60A2-EEF6-2C97-B1E323CA5BB0}"/>
              </a:ext>
            </a:extLst>
          </p:cNvPr>
          <p:cNvSpPr txBox="1"/>
          <p:nvPr/>
        </p:nvSpPr>
        <p:spPr>
          <a:xfrm>
            <a:off x="1725932" y="3224643"/>
            <a:ext cx="9056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/>
              <a:t>width 0.375” (10mm)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0755EE-0F0F-1C69-99E4-0E8ECD03D4F5}"/>
              </a:ext>
            </a:extLst>
          </p:cNvPr>
          <p:cNvSpPr txBox="1"/>
          <p:nvPr/>
        </p:nvSpPr>
        <p:spPr>
          <a:xfrm>
            <a:off x="4442780" y="4222911"/>
            <a:ext cx="6633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(35mm)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42A8A04-8F21-36D1-F094-3DEE244F7235}"/>
              </a:ext>
            </a:extLst>
          </p:cNvPr>
          <p:cNvSpPr/>
          <p:nvPr/>
        </p:nvSpPr>
        <p:spPr>
          <a:xfrm rot="10800000">
            <a:off x="4133521" y="4589732"/>
            <a:ext cx="914400" cy="5507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5EEA17B-7D22-D68E-8275-38659C5A0EF7}"/>
              </a:ext>
            </a:extLst>
          </p:cNvPr>
          <p:cNvSpPr txBox="1"/>
          <p:nvPr/>
        </p:nvSpPr>
        <p:spPr>
          <a:xfrm>
            <a:off x="4457958" y="4860191"/>
            <a:ext cx="5276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4 pin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89C3575-EF4C-4347-0FD2-6B69730A69C8}"/>
              </a:ext>
            </a:extLst>
          </p:cNvPr>
          <p:cNvSpPr txBox="1"/>
          <p:nvPr/>
        </p:nvSpPr>
        <p:spPr>
          <a:xfrm>
            <a:off x="4342880" y="4713923"/>
            <a:ext cx="55448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2.00mm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B5E8230D-7B5A-4C43-644F-C564588F816C}"/>
              </a:ext>
            </a:extLst>
          </p:cNvPr>
          <p:cNvSpPr txBox="1"/>
          <p:nvPr/>
        </p:nvSpPr>
        <p:spPr>
          <a:xfrm>
            <a:off x="4237462" y="4862532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J3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2F829AE4-126F-B7E7-A152-DE8028E1CC19}"/>
              </a:ext>
            </a:extLst>
          </p:cNvPr>
          <p:cNvSpPr txBox="1"/>
          <p:nvPr/>
        </p:nvSpPr>
        <p:spPr>
          <a:xfrm>
            <a:off x="4736329" y="5141518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/>
              <a:t>4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4C5BAD9A-5ECA-E72E-A2F1-4401ECC88534}"/>
              </a:ext>
            </a:extLst>
          </p:cNvPr>
          <p:cNvSpPr txBox="1"/>
          <p:nvPr/>
        </p:nvSpPr>
        <p:spPr>
          <a:xfrm>
            <a:off x="4539721" y="5141518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/>
              <a:t>3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2047C33B-A5E8-4767-0DAC-635A04D55B5B}"/>
              </a:ext>
            </a:extLst>
          </p:cNvPr>
          <p:cNvSpPr txBox="1"/>
          <p:nvPr/>
        </p:nvSpPr>
        <p:spPr>
          <a:xfrm>
            <a:off x="4349088" y="5141518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/>
              <a:t>2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A7CCA9CB-A4AE-A001-6ADD-186CCD6B6B20}"/>
              </a:ext>
            </a:extLst>
          </p:cNvPr>
          <p:cNvSpPr txBox="1"/>
          <p:nvPr/>
        </p:nvSpPr>
        <p:spPr>
          <a:xfrm>
            <a:off x="4154878" y="5141518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/>
              <a:t>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1385D5F-7E55-5B0A-296D-DEBE836D3EF1}"/>
              </a:ext>
            </a:extLst>
          </p:cNvPr>
          <p:cNvSpPr/>
          <p:nvPr/>
        </p:nvSpPr>
        <p:spPr>
          <a:xfrm rot="10800000">
            <a:off x="4838290" y="4636302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1928045-C316-E607-3CB4-54A72CAAA7E4}"/>
              </a:ext>
            </a:extLst>
          </p:cNvPr>
          <p:cNvSpPr/>
          <p:nvPr/>
        </p:nvSpPr>
        <p:spPr>
          <a:xfrm rot="10800000">
            <a:off x="4635618" y="4636302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D565C98-03ED-16AD-EEA0-136891C0EF33}"/>
              </a:ext>
            </a:extLst>
          </p:cNvPr>
          <p:cNvSpPr/>
          <p:nvPr/>
        </p:nvSpPr>
        <p:spPr>
          <a:xfrm rot="10800000">
            <a:off x="4432946" y="4636302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5015D42-9980-8C0E-DAED-DC4177AFFA75}"/>
              </a:ext>
            </a:extLst>
          </p:cNvPr>
          <p:cNvSpPr/>
          <p:nvPr/>
        </p:nvSpPr>
        <p:spPr>
          <a:xfrm rot="10800000">
            <a:off x="4230273" y="4636302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50B1E47-03AD-EEA7-FBCD-EB2CD4871C60}"/>
              </a:ext>
            </a:extLst>
          </p:cNvPr>
          <p:cNvSpPr/>
          <p:nvPr/>
        </p:nvSpPr>
        <p:spPr>
          <a:xfrm>
            <a:off x="3172537" y="4686168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B2C0E6A-12D8-C4BB-0C85-8CDEBB1A43E8}"/>
              </a:ext>
            </a:extLst>
          </p:cNvPr>
          <p:cNvSpPr/>
          <p:nvPr/>
        </p:nvSpPr>
        <p:spPr>
          <a:xfrm>
            <a:off x="3375209" y="4686168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2395F98-8DD6-B6AA-C2F4-51BDBC008D09}"/>
              </a:ext>
            </a:extLst>
          </p:cNvPr>
          <p:cNvSpPr/>
          <p:nvPr/>
        </p:nvSpPr>
        <p:spPr>
          <a:xfrm>
            <a:off x="3577881" y="4686168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8EA6404-F7C2-E00A-AE25-FEFA074EA0CE}"/>
              </a:ext>
            </a:extLst>
          </p:cNvPr>
          <p:cNvSpPr/>
          <p:nvPr/>
        </p:nvSpPr>
        <p:spPr>
          <a:xfrm>
            <a:off x="5503753" y="4686168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8B3AD35-1369-477C-13D9-6C16DDB22FA8}"/>
              </a:ext>
            </a:extLst>
          </p:cNvPr>
          <p:cNvSpPr/>
          <p:nvPr/>
        </p:nvSpPr>
        <p:spPr>
          <a:xfrm>
            <a:off x="5706425" y="4686168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4E93783-C351-2271-E291-040E0F03187D}"/>
              </a:ext>
            </a:extLst>
          </p:cNvPr>
          <p:cNvSpPr/>
          <p:nvPr/>
        </p:nvSpPr>
        <p:spPr>
          <a:xfrm>
            <a:off x="5909097" y="4686168"/>
            <a:ext cx="84137" cy="84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2F5A54F-1757-FFE7-3B52-BFF135632145}"/>
              </a:ext>
            </a:extLst>
          </p:cNvPr>
          <p:cNvSpPr txBox="1"/>
          <p:nvPr/>
        </p:nvSpPr>
        <p:spPr>
          <a:xfrm>
            <a:off x="1612594" y="4803659"/>
            <a:ext cx="9001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/>
              <a:t>width 0.315”  </a:t>
            </a:r>
            <a:br>
              <a:rPr lang="en-US" sz="1000"/>
            </a:br>
            <a:r>
              <a:rPr lang="en-US" sz="1000"/>
              <a:t>(8mm)</a:t>
            </a: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CB2EAD8F-2B02-2ED1-A14A-C43408B64556}"/>
              </a:ext>
            </a:extLst>
          </p:cNvPr>
          <p:cNvSpPr/>
          <p:nvPr/>
        </p:nvSpPr>
        <p:spPr>
          <a:xfrm>
            <a:off x="2501748" y="3460654"/>
            <a:ext cx="521472" cy="386831"/>
          </a:xfrm>
          <a:custGeom>
            <a:avLst/>
            <a:gdLst>
              <a:gd name="connsiteX0" fmla="*/ 0 w 521472"/>
              <a:gd name="connsiteY0" fmla="*/ 0 h 386831"/>
              <a:gd name="connsiteX1" fmla="*/ 251460 w 521472"/>
              <a:gd name="connsiteY1" fmla="*/ 256032 h 386831"/>
              <a:gd name="connsiteX2" fmla="*/ 246888 w 521472"/>
              <a:gd name="connsiteY2" fmla="*/ 128016 h 386831"/>
              <a:gd name="connsiteX3" fmla="*/ 489204 w 521472"/>
              <a:gd name="connsiteY3" fmla="*/ 361188 h 386831"/>
              <a:gd name="connsiteX4" fmla="*/ 512064 w 521472"/>
              <a:gd name="connsiteY4" fmla="*/ 370332 h 386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1472" h="386831">
                <a:moveTo>
                  <a:pt x="0" y="0"/>
                </a:moveTo>
                <a:cubicBezTo>
                  <a:pt x="105156" y="117348"/>
                  <a:pt x="210312" y="234696"/>
                  <a:pt x="251460" y="256032"/>
                </a:cubicBezTo>
                <a:cubicBezTo>
                  <a:pt x="292608" y="277368"/>
                  <a:pt x="207264" y="110490"/>
                  <a:pt x="246888" y="128016"/>
                </a:cubicBezTo>
                <a:cubicBezTo>
                  <a:pt x="286512" y="145542"/>
                  <a:pt x="445008" y="320802"/>
                  <a:pt x="489204" y="361188"/>
                </a:cubicBezTo>
                <a:cubicBezTo>
                  <a:pt x="533400" y="401574"/>
                  <a:pt x="522732" y="385953"/>
                  <a:pt x="512064" y="370332"/>
                </a:cubicBez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5837E66D-3F84-DC9A-0728-EC0DABA16742}"/>
              </a:ext>
            </a:extLst>
          </p:cNvPr>
          <p:cNvSpPr/>
          <p:nvPr/>
        </p:nvSpPr>
        <p:spPr>
          <a:xfrm rot="17484743">
            <a:off x="2544602" y="4650847"/>
            <a:ext cx="396298" cy="577228"/>
          </a:xfrm>
          <a:custGeom>
            <a:avLst/>
            <a:gdLst>
              <a:gd name="connsiteX0" fmla="*/ 0 w 521472"/>
              <a:gd name="connsiteY0" fmla="*/ 0 h 386831"/>
              <a:gd name="connsiteX1" fmla="*/ 251460 w 521472"/>
              <a:gd name="connsiteY1" fmla="*/ 256032 h 386831"/>
              <a:gd name="connsiteX2" fmla="*/ 246888 w 521472"/>
              <a:gd name="connsiteY2" fmla="*/ 128016 h 386831"/>
              <a:gd name="connsiteX3" fmla="*/ 489204 w 521472"/>
              <a:gd name="connsiteY3" fmla="*/ 361188 h 386831"/>
              <a:gd name="connsiteX4" fmla="*/ 512064 w 521472"/>
              <a:gd name="connsiteY4" fmla="*/ 370332 h 386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1472" h="386831">
                <a:moveTo>
                  <a:pt x="0" y="0"/>
                </a:moveTo>
                <a:cubicBezTo>
                  <a:pt x="105156" y="117348"/>
                  <a:pt x="210312" y="234696"/>
                  <a:pt x="251460" y="256032"/>
                </a:cubicBezTo>
                <a:cubicBezTo>
                  <a:pt x="292608" y="277368"/>
                  <a:pt x="207264" y="110490"/>
                  <a:pt x="246888" y="128016"/>
                </a:cubicBezTo>
                <a:cubicBezTo>
                  <a:pt x="286512" y="145542"/>
                  <a:pt x="445008" y="320802"/>
                  <a:pt x="489204" y="361188"/>
                </a:cubicBezTo>
                <a:cubicBezTo>
                  <a:pt x="533400" y="401574"/>
                  <a:pt x="522732" y="385953"/>
                  <a:pt x="512064" y="370332"/>
                </a:cubicBez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8E789C6D-0ED6-A499-14FA-EAC225E66881}"/>
              </a:ext>
            </a:extLst>
          </p:cNvPr>
          <p:cNvSpPr/>
          <p:nvPr/>
        </p:nvSpPr>
        <p:spPr>
          <a:xfrm rot="21171084">
            <a:off x="3389534" y="2593373"/>
            <a:ext cx="521472" cy="386831"/>
          </a:xfrm>
          <a:custGeom>
            <a:avLst/>
            <a:gdLst>
              <a:gd name="connsiteX0" fmla="*/ 0 w 521472"/>
              <a:gd name="connsiteY0" fmla="*/ 0 h 386831"/>
              <a:gd name="connsiteX1" fmla="*/ 251460 w 521472"/>
              <a:gd name="connsiteY1" fmla="*/ 256032 h 386831"/>
              <a:gd name="connsiteX2" fmla="*/ 246888 w 521472"/>
              <a:gd name="connsiteY2" fmla="*/ 128016 h 386831"/>
              <a:gd name="connsiteX3" fmla="*/ 489204 w 521472"/>
              <a:gd name="connsiteY3" fmla="*/ 361188 h 386831"/>
              <a:gd name="connsiteX4" fmla="*/ 512064 w 521472"/>
              <a:gd name="connsiteY4" fmla="*/ 370332 h 386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1472" h="386831">
                <a:moveTo>
                  <a:pt x="0" y="0"/>
                </a:moveTo>
                <a:cubicBezTo>
                  <a:pt x="105156" y="117348"/>
                  <a:pt x="210312" y="234696"/>
                  <a:pt x="251460" y="256032"/>
                </a:cubicBezTo>
                <a:cubicBezTo>
                  <a:pt x="292608" y="277368"/>
                  <a:pt x="207264" y="110490"/>
                  <a:pt x="246888" y="128016"/>
                </a:cubicBezTo>
                <a:cubicBezTo>
                  <a:pt x="286512" y="145542"/>
                  <a:pt x="445008" y="320802"/>
                  <a:pt x="489204" y="361188"/>
                </a:cubicBezTo>
                <a:cubicBezTo>
                  <a:pt x="533400" y="401574"/>
                  <a:pt x="522732" y="385953"/>
                  <a:pt x="512064" y="370332"/>
                </a:cubicBez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3CBCCBE-A3C3-B306-9CBB-8F62C00CCB55}"/>
              </a:ext>
            </a:extLst>
          </p:cNvPr>
          <p:cNvSpPr txBox="1"/>
          <p:nvPr/>
        </p:nvSpPr>
        <p:spPr>
          <a:xfrm>
            <a:off x="2554133" y="2389134"/>
            <a:ext cx="9222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/>
              <a:t>width  0.59”</a:t>
            </a:r>
            <a:br>
              <a:rPr lang="en-US" sz="1000"/>
            </a:br>
            <a:r>
              <a:rPr lang="en-US" sz="1000"/>
              <a:t>(15mm)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0BA1BC7-7FDD-56CD-780E-48A0C7E0BC93}"/>
              </a:ext>
            </a:extLst>
          </p:cNvPr>
          <p:cNvSpPr txBox="1"/>
          <p:nvPr/>
        </p:nvSpPr>
        <p:spPr>
          <a:xfrm>
            <a:off x="6692548" y="4225659"/>
            <a:ext cx="6633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(20mm)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CC4002F-CA2F-91DA-5C57-10D8D8A23C8D}"/>
              </a:ext>
            </a:extLst>
          </p:cNvPr>
          <p:cNvSpPr/>
          <p:nvPr/>
        </p:nvSpPr>
        <p:spPr>
          <a:xfrm rot="5400000">
            <a:off x="5408906" y="3885368"/>
            <a:ext cx="613832" cy="1630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C3C38AC-705A-216B-297E-38F5C27B7A45}"/>
              </a:ext>
            </a:extLst>
          </p:cNvPr>
          <p:cNvCxnSpPr>
            <a:cxnSpLocks/>
          </p:cNvCxnSpPr>
          <p:nvPr/>
        </p:nvCxnSpPr>
        <p:spPr>
          <a:xfrm rot="5400000">
            <a:off x="5899479" y="3618109"/>
            <a:ext cx="0" cy="699516"/>
          </a:xfrm>
          <a:prstGeom prst="line">
            <a:avLst/>
          </a:prstGeom>
          <a:ln w="57150">
            <a:solidFill>
              <a:srgbClr val="D09E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8BA5124-1439-05B3-DE95-C9437E0D7A32}"/>
              </a:ext>
            </a:extLst>
          </p:cNvPr>
          <p:cNvCxnSpPr>
            <a:cxnSpLocks/>
          </p:cNvCxnSpPr>
          <p:nvPr/>
        </p:nvCxnSpPr>
        <p:spPr>
          <a:xfrm rot="5400000">
            <a:off x="5899479" y="3399190"/>
            <a:ext cx="0" cy="699516"/>
          </a:xfrm>
          <a:prstGeom prst="line">
            <a:avLst/>
          </a:prstGeom>
          <a:ln w="57150">
            <a:solidFill>
              <a:srgbClr val="D09E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36CEB499-3BA0-7099-E9E7-4FF84A48FF9B}"/>
              </a:ext>
            </a:extLst>
          </p:cNvPr>
          <p:cNvSpPr txBox="1"/>
          <p:nvPr/>
        </p:nvSpPr>
        <p:spPr>
          <a:xfrm>
            <a:off x="4175151" y="3592095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J5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53B29D9B-021F-B83B-B190-08C56EC66AEE}"/>
              </a:ext>
            </a:extLst>
          </p:cNvPr>
          <p:cNvSpPr txBox="1"/>
          <p:nvPr/>
        </p:nvSpPr>
        <p:spPr>
          <a:xfrm>
            <a:off x="5566986" y="3718371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J1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4ABBEA9-FC34-4E51-85F0-A094ECCBA173}"/>
              </a:ext>
            </a:extLst>
          </p:cNvPr>
          <p:cNvCxnSpPr>
            <a:cxnSpLocks/>
          </p:cNvCxnSpPr>
          <p:nvPr/>
        </p:nvCxnSpPr>
        <p:spPr>
          <a:xfrm rot="5400000">
            <a:off x="5899479" y="3840515"/>
            <a:ext cx="0" cy="699516"/>
          </a:xfrm>
          <a:prstGeom prst="line">
            <a:avLst/>
          </a:prstGeom>
          <a:ln w="57150">
            <a:solidFill>
              <a:srgbClr val="D09E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AE65F2FE-14D6-EC7C-A4D2-7274877EB8C5}"/>
              </a:ext>
            </a:extLst>
          </p:cNvPr>
          <p:cNvSpPr txBox="1"/>
          <p:nvPr/>
        </p:nvSpPr>
        <p:spPr>
          <a:xfrm>
            <a:off x="5141579" y="3827842"/>
            <a:ext cx="4390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/>
              <a:t>+Vcc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224E861-3158-B0CC-7789-4722C650D927}"/>
              </a:ext>
            </a:extLst>
          </p:cNvPr>
          <p:cNvSpPr txBox="1"/>
          <p:nvPr/>
        </p:nvSpPr>
        <p:spPr>
          <a:xfrm>
            <a:off x="5251045" y="3627183"/>
            <a:ext cx="3296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/>
              <a:t>+5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1CE8BE1-3449-6A6A-766A-FC05894CAD70}"/>
              </a:ext>
            </a:extLst>
          </p:cNvPr>
          <p:cNvSpPr txBox="1"/>
          <p:nvPr/>
        </p:nvSpPr>
        <p:spPr>
          <a:xfrm>
            <a:off x="5159580" y="4071835"/>
            <a:ext cx="4210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/>
              <a:t>+3.3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5A28B79-39FC-86BF-AE8A-D2C559FEE542}"/>
              </a:ext>
            </a:extLst>
          </p:cNvPr>
          <p:cNvSpPr txBox="1"/>
          <p:nvPr/>
        </p:nvSpPr>
        <p:spPr>
          <a:xfrm>
            <a:off x="5768593" y="2966831"/>
            <a:ext cx="6998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2.54mm</a:t>
            </a:r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698662CC-FAAC-CACC-649A-31DE8F4035C1}"/>
              </a:ext>
            </a:extLst>
          </p:cNvPr>
          <p:cNvSpPr/>
          <p:nvPr/>
        </p:nvSpPr>
        <p:spPr>
          <a:xfrm rot="4612845">
            <a:off x="5619521" y="3267136"/>
            <a:ext cx="521472" cy="386831"/>
          </a:xfrm>
          <a:custGeom>
            <a:avLst/>
            <a:gdLst>
              <a:gd name="connsiteX0" fmla="*/ 0 w 521472"/>
              <a:gd name="connsiteY0" fmla="*/ 0 h 386831"/>
              <a:gd name="connsiteX1" fmla="*/ 251460 w 521472"/>
              <a:gd name="connsiteY1" fmla="*/ 256032 h 386831"/>
              <a:gd name="connsiteX2" fmla="*/ 246888 w 521472"/>
              <a:gd name="connsiteY2" fmla="*/ 128016 h 386831"/>
              <a:gd name="connsiteX3" fmla="*/ 489204 w 521472"/>
              <a:gd name="connsiteY3" fmla="*/ 361188 h 386831"/>
              <a:gd name="connsiteX4" fmla="*/ 512064 w 521472"/>
              <a:gd name="connsiteY4" fmla="*/ 370332 h 386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1472" h="386831">
                <a:moveTo>
                  <a:pt x="0" y="0"/>
                </a:moveTo>
                <a:cubicBezTo>
                  <a:pt x="105156" y="117348"/>
                  <a:pt x="210312" y="234696"/>
                  <a:pt x="251460" y="256032"/>
                </a:cubicBezTo>
                <a:cubicBezTo>
                  <a:pt x="292608" y="277368"/>
                  <a:pt x="207264" y="110490"/>
                  <a:pt x="246888" y="128016"/>
                </a:cubicBezTo>
                <a:cubicBezTo>
                  <a:pt x="286512" y="145542"/>
                  <a:pt x="445008" y="320802"/>
                  <a:pt x="489204" y="361188"/>
                </a:cubicBezTo>
                <a:cubicBezTo>
                  <a:pt x="533400" y="401574"/>
                  <a:pt x="522732" y="385953"/>
                  <a:pt x="512064" y="370332"/>
                </a:cubicBez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5442490-3469-0DB8-7D77-31C0796C1B52}"/>
              </a:ext>
            </a:extLst>
          </p:cNvPr>
          <p:cNvSpPr txBox="1"/>
          <p:nvPr/>
        </p:nvSpPr>
        <p:spPr>
          <a:xfrm>
            <a:off x="6372855" y="2471715"/>
            <a:ext cx="53018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0812”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4AD8121-B5DB-18A8-2230-2D532222514B}"/>
              </a:ext>
            </a:extLst>
          </p:cNvPr>
          <p:cNvCxnSpPr>
            <a:cxnSpLocks/>
          </p:cNvCxnSpPr>
          <p:nvPr/>
        </p:nvCxnSpPr>
        <p:spPr>
          <a:xfrm flipV="1">
            <a:off x="6630618" y="1639475"/>
            <a:ext cx="0" cy="776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5FE15602-B796-CDB2-2215-40A555A18BA3}"/>
              </a:ext>
            </a:extLst>
          </p:cNvPr>
          <p:cNvCxnSpPr>
            <a:cxnSpLocks/>
          </p:cNvCxnSpPr>
          <p:nvPr/>
        </p:nvCxnSpPr>
        <p:spPr>
          <a:xfrm>
            <a:off x="6637946" y="2693403"/>
            <a:ext cx="0" cy="833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842A59CB-222B-FF32-B8C9-175BDB001C6D}"/>
              </a:ext>
            </a:extLst>
          </p:cNvPr>
          <p:cNvSpPr txBox="1"/>
          <p:nvPr/>
        </p:nvSpPr>
        <p:spPr>
          <a:xfrm>
            <a:off x="6700671" y="2478612"/>
            <a:ext cx="6633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(20.6mm)</a:t>
            </a: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254FA664-33C6-0C89-8E20-460B3422A923}"/>
              </a:ext>
            </a:extLst>
          </p:cNvPr>
          <p:cNvCxnSpPr>
            <a:cxnSpLocks/>
          </p:cNvCxnSpPr>
          <p:nvPr/>
        </p:nvCxnSpPr>
        <p:spPr>
          <a:xfrm>
            <a:off x="6463434" y="1639475"/>
            <a:ext cx="352636" cy="35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88F2AB9E-60DB-68AC-8758-DEA28F336F9C}"/>
              </a:ext>
            </a:extLst>
          </p:cNvPr>
          <p:cNvSpPr txBox="1"/>
          <p:nvPr/>
        </p:nvSpPr>
        <p:spPr>
          <a:xfrm>
            <a:off x="2491761" y="6584649"/>
            <a:ext cx="44842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Earth Biometrics LLC – Copyright 2023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66B6C1-5FDB-E070-741C-34173E4853BA}"/>
              </a:ext>
            </a:extLst>
          </p:cNvPr>
          <p:cNvSpPr txBox="1"/>
          <p:nvPr/>
        </p:nvSpPr>
        <p:spPr>
          <a:xfrm>
            <a:off x="4246134" y="4388951"/>
            <a:ext cx="4028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/>
              <a:t>+Vcc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C9530D-9ADB-F827-CA90-F44D36DD2C5F}"/>
              </a:ext>
            </a:extLst>
          </p:cNvPr>
          <p:cNvSpPr txBox="1"/>
          <p:nvPr/>
        </p:nvSpPr>
        <p:spPr>
          <a:xfrm>
            <a:off x="4456937" y="4393734"/>
            <a:ext cx="4398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SDA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7B5943-C3BC-EEB8-5379-A4B062DB5560}"/>
              </a:ext>
            </a:extLst>
          </p:cNvPr>
          <p:cNvSpPr txBox="1"/>
          <p:nvPr/>
        </p:nvSpPr>
        <p:spPr>
          <a:xfrm>
            <a:off x="4673026" y="4393901"/>
            <a:ext cx="4398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SCL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06C453-6FC4-3F35-B5F9-BBB20B8B11BC}"/>
              </a:ext>
            </a:extLst>
          </p:cNvPr>
          <p:cNvSpPr txBox="1"/>
          <p:nvPr/>
        </p:nvSpPr>
        <p:spPr>
          <a:xfrm>
            <a:off x="3005665" y="4434296"/>
            <a:ext cx="4278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gnd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04C2B45-375F-E4CD-28EE-2C5B21E0652A}"/>
              </a:ext>
            </a:extLst>
          </p:cNvPr>
          <p:cNvCxnSpPr>
            <a:cxnSpLocks/>
          </p:cNvCxnSpPr>
          <p:nvPr/>
        </p:nvCxnSpPr>
        <p:spPr>
          <a:xfrm>
            <a:off x="6440294" y="3529414"/>
            <a:ext cx="352636" cy="35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4318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39</TotalTime>
  <Words>523</Words>
  <Application>Microsoft Office PowerPoint</Application>
  <PresentationFormat>On-screen Show (4:3)</PresentationFormat>
  <Paragraphs>252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I/O and Vreg Board for EN Mic/Sensor Probe</vt:lpstr>
      <vt:lpstr>Probe I/O &amp; vreg layout – dual four-wire</vt:lpstr>
      <vt:lpstr>Probe I/O &amp; vreg layout – dual four-wire</vt:lpstr>
      <vt:lpstr>Probe I/O &amp; vreg layout – dual four-wire</vt:lpstr>
      <vt:lpstr>Probe I/O &amp; vreg layout – dual four-wire</vt:lpstr>
      <vt:lpstr>BMP280 Sensor</vt:lpstr>
      <vt:lpstr>Dual-Mode, Single-Chip Orientation Sensor</vt:lpstr>
      <vt:lpstr>Orientation Sensor Schematic</vt:lpstr>
      <vt:lpstr>Archives</vt:lpstr>
      <vt:lpstr>I/O &amp; Vreg Layout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Accelerometer + Gyroscope for Reliable Orientation Data</dc:title>
  <dc:creator>Leo Hoarty</dc:creator>
  <cp:lastModifiedBy>Leo Hoarty</cp:lastModifiedBy>
  <cp:revision>1</cp:revision>
  <cp:lastPrinted>2023-11-06T05:31:02Z</cp:lastPrinted>
  <dcterms:created xsi:type="dcterms:W3CDTF">2023-10-15T23:06:51Z</dcterms:created>
  <dcterms:modified xsi:type="dcterms:W3CDTF">2023-11-30T00:37:06Z</dcterms:modified>
</cp:coreProperties>
</file>